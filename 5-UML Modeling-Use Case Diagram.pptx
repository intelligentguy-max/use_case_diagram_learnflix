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tiff" ContentType="image/tif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08" r:id="rId1"/>
  </p:sldMasterIdLst>
  <p:notesMasterIdLst>
    <p:notesMasterId r:id="rId54"/>
  </p:notesMasterIdLst>
  <p:handoutMasterIdLst>
    <p:handoutMasterId r:id="rId55"/>
  </p:handoutMasterIdLst>
  <p:sldIdLst>
    <p:sldId id="256" r:id="rId2"/>
    <p:sldId id="300" r:id="rId3"/>
    <p:sldId id="257" r:id="rId4"/>
    <p:sldId id="281" r:id="rId5"/>
    <p:sldId id="282" r:id="rId6"/>
    <p:sldId id="283" r:id="rId7"/>
    <p:sldId id="284" r:id="rId8"/>
    <p:sldId id="285" r:id="rId9"/>
    <p:sldId id="344" r:id="rId10"/>
    <p:sldId id="387" r:id="rId11"/>
    <p:sldId id="326" r:id="rId12"/>
    <p:sldId id="380" r:id="rId13"/>
    <p:sldId id="381" r:id="rId14"/>
    <p:sldId id="383" r:id="rId15"/>
    <p:sldId id="384" r:id="rId16"/>
    <p:sldId id="385" r:id="rId17"/>
    <p:sldId id="688" r:id="rId18"/>
    <p:sldId id="386" r:id="rId19"/>
    <p:sldId id="689" r:id="rId20"/>
    <p:sldId id="351" r:id="rId21"/>
    <p:sldId id="337" r:id="rId22"/>
    <p:sldId id="390" r:id="rId23"/>
    <p:sldId id="391" r:id="rId24"/>
    <p:sldId id="395" r:id="rId25"/>
    <p:sldId id="712" r:id="rId26"/>
    <p:sldId id="713" r:id="rId27"/>
    <p:sldId id="396" r:id="rId28"/>
    <p:sldId id="291" r:id="rId29"/>
    <p:sldId id="714" r:id="rId30"/>
    <p:sldId id="355" r:id="rId31"/>
    <p:sldId id="388" r:id="rId32"/>
    <p:sldId id="389" r:id="rId33"/>
    <p:sldId id="339" r:id="rId34"/>
    <p:sldId id="340" r:id="rId35"/>
    <p:sldId id="341" r:id="rId36"/>
    <p:sldId id="342" r:id="rId37"/>
    <p:sldId id="343" r:id="rId38"/>
    <p:sldId id="644" r:id="rId39"/>
    <p:sldId id="705" r:id="rId40"/>
    <p:sldId id="691" r:id="rId41"/>
    <p:sldId id="329" r:id="rId42"/>
    <p:sldId id="330" r:id="rId43"/>
    <p:sldId id="353" r:id="rId44"/>
    <p:sldId id="648" r:id="rId45"/>
    <p:sldId id="335" r:id="rId46"/>
    <p:sldId id="696" r:id="rId47"/>
    <p:sldId id="649" r:id="rId48"/>
    <p:sldId id="665" r:id="rId49"/>
    <p:sldId id="709" r:id="rId50"/>
    <p:sldId id="715" r:id="rId51"/>
    <p:sldId id="716" r:id="rId52"/>
    <p:sldId id="272" r:id="rId5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6DAEA"/>
    <a:srgbClr val="94A7C5"/>
    <a:srgbClr val="C5C5C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81830" autoAdjust="0"/>
  </p:normalViewPr>
  <p:slideViewPr>
    <p:cSldViewPr>
      <p:cViewPr varScale="1">
        <p:scale>
          <a:sx n="95" d="100"/>
          <a:sy n="95" d="100"/>
        </p:scale>
        <p:origin x="2100" y="84"/>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handoutMaster" Target="handoutMasters/handout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0F0C583-3046-4666-8018-1168EF6AA1E8}" type="doc">
      <dgm:prSet loTypeId="urn:microsoft.com/office/officeart/2005/8/layout/list1" loCatId="list" qsTypeId="urn:microsoft.com/office/officeart/2005/8/quickstyle/simple2" qsCatId="simple" csTypeId="urn:microsoft.com/office/officeart/2005/8/colors/accent0_3" csCatId="mainScheme" phldr="1"/>
      <dgm:spPr/>
      <dgm:t>
        <a:bodyPr/>
        <a:lstStyle/>
        <a:p>
          <a:endParaRPr lang="en-US"/>
        </a:p>
      </dgm:t>
    </dgm:pt>
    <dgm:pt modelId="{901F407E-77F9-4ACF-B18B-FC3142B38E8E}">
      <dgm:prSet phldrT="[Text]" custT="1"/>
      <dgm:spPr/>
      <dgm:t>
        <a:bodyPr/>
        <a:lstStyle/>
        <a:p>
          <a:r>
            <a:rPr lang="en-US" sz="1600" b="1" i="1" dirty="0"/>
            <a:t>Step 1: </a:t>
          </a:r>
          <a:r>
            <a:rPr lang="en-US" sz="1600" b="1" dirty="0"/>
            <a:t>Choose the system boundary</a:t>
          </a:r>
        </a:p>
      </dgm:t>
    </dgm:pt>
    <dgm:pt modelId="{6DCB42D9-0828-4F09-AFE4-43233AA79DBD}" type="parTrans" cxnId="{E2585427-AC09-4D20-80AE-19E49A7F9957}">
      <dgm:prSet/>
      <dgm:spPr/>
      <dgm:t>
        <a:bodyPr/>
        <a:lstStyle/>
        <a:p>
          <a:endParaRPr lang="en-US"/>
        </a:p>
      </dgm:t>
    </dgm:pt>
    <dgm:pt modelId="{3F3DE0CF-3E8B-42DE-BEAD-AE333109B89D}" type="sibTrans" cxnId="{E2585427-AC09-4D20-80AE-19E49A7F9957}">
      <dgm:prSet/>
      <dgm:spPr/>
      <dgm:t>
        <a:bodyPr/>
        <a:lstStyle/>
        <a:p>
          <a:endParaRPr lang="en-US"/>
        </a:p>
      </dgm:t>
    </dgm:pt>
    <dgm:pt modelId="{46C8E45B-34D2-4D6A-9C34-13F132FAEEF0}">
      <dgm:prSet custT="1"/>
      <dgm:spPr/>
      <dgm:t>
        <a:bodyPr/>
        <a:lstStyle/>
        <a:p>
          <a:r>
            <a:rPr lang="en-US" sz="1600" b="1" i="1" dirty="0"/>
            <a:t>Step 2: </a:t>
          </a:r>
          <a:r>
            <a:rPr lang="en-US" sz="1600" b="1" dirty="0"/>
            <a:t>Identify the primary actors</a:t>
          </a:r>
        </a:p>
      </dgm:t>
    </dgm:pt>
    <dgm:pt modelId="{150D9D33-A87C-4840-92C6-62AE470DEE64}" type="parTrans" cxnId="{EA05BE72-74A7-45C7-A5D2-9142733F12E8}">
      <dgm:prSet/>
      <dgm:spPr/>
      <dgm:t>
        <a:bodyPr/>
        <a:lstStyle/>
        <a:p>
          <a:endParaRPr lang="en-US"/>
        </a:p>
      </dgm:t>
    </dgm:pt>
    <dgm:pt modelId="{2BE739E0-E0DA-45CF-A624-BF23693320B2}" type="sibTrans" cxnId="{EA05BE72-74A7-45C7-A5D2-9142733F12E8}">
      <dgm:prSet/>
      <dgm:spPr/>
      <dgm:t>
        <a:bodyPr/>
        <a:lstStyle/>
        <a:p>
          <a:endParaRPr lang="en-US"/>
        </a:p>
      </dgm:t>
    </dgm:pt>
    <dgm:pt modelId="{45C811BD-DD8E-4715-A1AA-0A513214507F}">
      <dgm:prSet custT="1"/>
      <dgm:spPr/>
      <dgm:t>
        <a:bodyPr/>
        <a:lstStyle/>
        <a:p>
          <a:r>
            <a:rPr lang="en-US" sz="1600" b="1" i="1" dirty="0"/>
            <a:t>Step 3: </a:t>
          </a:r>
          <a:r>
            <a:rPr lang="en-US" sz="1600" b="1" dirty="0"/>
            <a:t>Identify Actor (User) Goals</a:t>
          </a:r>
        </a:p>
      </dgm:t>
    </dgm:pt>
    <dgm:pt modelId="{625B1695-84EE-4E43-A081-A9EE5BF304CF}" type="parTrans" cxnId="{444A19C6-E9A7-4BA2-A1D6-CEF8F4025BFA}">
      <dgm:prSet/>
      <dgm:spPr/>
      <dgm:t>
        <a:bodyPr/>
        <a:lstStyle/>
        <a:p>
          <a:endParaRPr lang="en-US"/>
        </a:p>
      </dgm:t>
    </dgm:pt>
    <dgm:pt modelId="{F9FA34EA-2131-498B-A889-C021F1DB32BD}" type="sibTrans" cxnId="{444A19C6-E9A7-4BA2-A1D6-CEF8F4025BFA}">
      <dgm:prSet/>
      <dgm:spPr/>
      <dgm:t>
        <a:bodyPr/>
        <a:lstStyle/>
        <a:p>
          <a:endParaRPr lang="en-US"/>
        </a:p>
      </dgm:t>
    </dgm:pt>
    <dgm:pt modelId="{48C04F79-EFF2-4B54-A38E-F248215B49A3}">
      <dgm:prSet custT="1"/>
      <dgm:spPr/>
      <dgm:t>
        <a:bodyPr/>
        <a:lstStyle/>
        <a:p>
          <a:r>
            <a:rPr lang="en-US" sz="1600" b="1" i="1" dirty="0"/>
            <a:t>Step 4:  </a:t>
          </a:r>
          <a:r>
            <a:rPr lang="en-US" sz="1600" b="1" dirty="0"/>
            <a:t>Define use cases</a:t>
          </a:r>
        </a:p>
      </dgm:t>
    </dgm:pt>
    <dgm:pt modelId="{27A3123B-B58B-49A7-9611-E458AD23E2D9}" type="parTrans" cxnId="{156598D3-D854-44E0-9D12-75EAB98C0619}">
      <dgm:prSet/>
      <dgm:spPr/>
      <dgm:t>
        <a:bodyPr/>
        <a:lstStyle/>
        <a:p>
          <a:endParaRPr lang="en-US"/>
        </a:p>
      </dgm:t>
    </dgm:pt>
    <dgm:pt modelId="{2B49F317-DDEE-4C95-A2CA-F2739482B833}" type="sibTrans" cxnId="{156598D3-D854-44E0-9D12-75EAB98C0619}">
      <dgm:prSet/>
      <dgm:spPr/>
      <dgm:t>
        <a:bodyPr/>
        <a:lstStyle/>
        <a:p>
          <a:endParaRPr lang="en-US"/>
        </a:p>
      </dgm:t>
    </dgm:pt>
    <dgm:pt modelId="{9483E1C3-BDD1-4AE1-A7A8-4C508D973BC3}">
      <dgm:prSet phldrT="[Text]"/>
      <dgm:spPr/>
      <dgm:t>
        <a:bodyPr/>
        <a:lstStyle/>
        <a:p>
          <a:r>
            <a:rPr lang="en-US" dirty="0"/>
            <a:t>Software application, </a:t>
          </a:r>
        </a:p>
      </dgm:t>
    </dgm:pt>
    <dgm:pt modelId="{307BE35E-0532-4FB1-87A4-FDE6283B2593}" type="parTrans" cxnId="{01ED1ED3-5172-41F3-B71C-469B239B4510}">
      <dgm:prSet/>
      <dgm:spPr/>
      <dgm:t>
        <a:bodyPr/>
        <a:lstStyle/>
        <a:p>
          <a:endParaRPr lang="en-US"/>
        </a:p>
      </dgm:t>
    </dgm:pt>
    <dgm:pt modelId="{AFFE79AC-7D56-4808-981A-347A6D7755B9}" type="sibTrans" cxnId="{01ED1ED3-5172-41F3-B71C-469B239B4510}">
      <dgm:prSet/>
      <dgm:spPr/>
      <dgm:t>
        <a:bodyPr/>
        <a:lstStyle/>
        <a:p>
          <a:endParaRPr lang="en-US"/>
        </a:p>
      </dgm:t>
    </dgm:pt>
    <dgm:pt modelId="{A794F8A2-B708-41FA-A83D-F9A8281039F2}">
      <dgm:prSet phldrT="[Text]"/>
      <dgm:spPr/>
      <dgm:t>
        <a:bodyPr/>
        <a:lstStyle/>
        <a:p>
          <a:r>
            <a:rPr lang="en-US" dirty="0"/>
            <a:t>The hardware and application as a unit</a:t>
          </a:r>
        </a:p>
      </dgm:t>
    </dgm:pt>
    <dgm:pt modelId="{F8DDFF72-A1FE-4C0E-90AD-1AB1CBDE6A94}" type="parTrans" cxnId="{E4E1F535-4F92-481A-AFE8-C7F555B47249}">
      <dgm:prSet/>
      <dgm:spPr/>
      <dgm:t>
        <a:bodyPr/>
        <a:lstStyle/>
        <a:p>
          <a:endParaRPr lang="en-US"/>
        </a:p>
      </dgm:t>
    </dgm:pt>
    <dgm:pt modelId="{45B91D2F-893C-40C9-8D74-EE9C2EECB80B}" type="sibTrans" cxnId="{E4E1F535-4F92-481A-AFE8-C7F555B47249}">
      <dgm:prSet/>
      <dgm:spPr/>
      <dgm:t>
        <a:bodyPr/>
        <a:lstStyle/>
        <a:p>
          <a:endParaRPr lang="en-US"/>
        </a:p>
      </dgm:t>
    </dgm:pt>
    <dgm:pt modelId="{2F0C8418-E192-4338-9692-B3E829A174E4}">
      <dgm:prSet phldrT="[Text]"/>
      <dgm:spPr/>
      <dgm:t>
        <a:bodyPr/>
        <a:lstStyle/>
        <a:p>
          <a:r>
            <a:rPr lang="en-US" dirty="0"/>
            <a:t>An entire organization, or a dept of the org</a:t>
          </a:r>
        </a:p>
      </dgm:t>
    </dgm:pt>
    <dgm:pt modelId="{BD7D05F2-DC6C-41FB-8688-343BC41F983A}" type="parTrans" cxnId="{E58319BE-8D5F-42A8-B6B5-26DA8F83F14A}">
      <dgm:prSet/>
      <dgm:spPr/>
      <dgm:t>
        <a:bodyPr/>
        <a:lstStyle/>
        <a:p>
          <a:endParaRPr lang="en-US"/>
        </a:p>
      </dgm:t>
    </dgm:pt>
    <dgm:pt modelId="{C0C5AC6A-74E6-496C-9BA3-A12CD491BB9E}" type="sibTrans" cxnId="{E58319BE-8D5F-42A8-B6B5-26DA8F83F14A}">
      <dgm:prSet/>
      <dgm:spPr/>
      <dgm:t>
        <a:bodyPr/>
        <a:lstStyle/>
        <a:p>
          <a:endParaRPr lang="en-US"/>
        </a:p>
      </dgm:t>
    </dgm:pt>
    <dgm:pt modelId="{7B77ADF7-C4D7-45B2-BD99-6FE631EA390D}">
      <dgm:prSet/>
      <dgm:spPr/>
      <dgm:t>
        <a:bodyPr/>
        <a:lstStyle/>
        <a:p>
          <a:r>
            <a:rPr lang="en-US" dirty="0"/>
            <a:t>Those having user goals fulfilled through using services of the system.</a:t>
          </a:r>
        </a:p>
      </dgm:t>
    </dgm:pt>
    <dgm:pt modelId="{4A47BA3C-900D-4B86-8C2F-671FA9569BCA}" type="parTrans" cxnId="{48952AD0-3DBD-45AA-A382-2BE5D61534E6}">
      <dgm:prSet/>
      <dgm:spPr/>
      <dgm:t>
        <a:bodyPr/>
        <a:lstStyle/>
        <a:p>
          <a:endParaRPr lang="en-US"/>
        </a:p>
      </dgm:t>
    </dgm:pt>
    <dgm:pt modelId="{CAD89C31-519A-43A5-B083-1B0CECD55BD4}" type="sibTrans" cxnId="{48952AD0-3DBD-45AA-A382-2BE5D61534E6}">
      <dgm:prSet/>
      <dgm:spPr/>
      <dgm:t>
        <a:bodyPr/>
        <a:lstStyle/>
        <a:p>
          <a:endParaRPr lang="en-US"/>
        </a:p>
      </dgm:t>
    </dgm:pt>
    <dgm:pt modelId="{858C7719-5EFA-4DE5-8D6B-7941C31440ED}">
      <dgm:prSet/>
      <dgm:spPr/>
      <dgm:t>
        <a:bodyPr/>
        <a:lstStyle/>
        <a:p>
          <a:r>
            <a:rPr lang="en-US" b="0" dirty="0"/>
            <a:t>For each (primary actors), identify their user goals. </a:t>
          </a:r>
        </a:p>
      </dgm:t>
    </dgm:pt>
    <dgm:pt modelId="{3F86C828-1683-4C7D-AF0C-84CEB0CB7781}" type="parTrans" cxnId="{164A0C68-54CE-43B9-AB31-D4D1CE0BC3B9}">
      <dgm:prSet/>
      <dgm:spPr/>
      <dgm:t>
        <a:bodyPr/>
        <a:lstStyle/>
        <a:p>
          <a:endParaRPr lang="en-US"/>
        </a:p>
      </dgm:t>
    </dgm:pt>
    <dgm:pt modelId="{B20EBE9A-0C72-4FBA-9574-E183F5929652}" type="sibTrans" cxnId="{164A0C68-54CE-43B9-AB31-D4D1CE0BC3B9}">
      <dgm:prSet/>
      <dgm:spPr/>
      <dgm:t>
        <a:bodyPr/>
        <a:lstStyle/>
        <a:p>
          <a:endParaRPr lang="en-US"/>
        </a:p>
      </dgm:t>
    </dgm:pt>
    <dgm:pt modelId="{CB367647-1BA7-419A-A8AE-52B3FE15BE35}">
      <dgm:prSet/>
      <dgm:spPr/>
      <dgm:t>
        <a:bodyPr/>
        <a:lstStyle/>
        <a:p>
          <a:r>
            <a:rPr lang="en-US" dirty="0"/>
            <a:t>Use cases that satisfy user goals.</a:t>
          </a:r>
        </a:p>
      </dgm:t>
    </dgm:pt>
    <dgm:pt modelId="{25A36D77-3D02-4596-8410-CDB5D379D88C}" type="parTrans" cxnId="{5A7DDA7D-D627-4321-BE6E-D1C34797F800}">
      <dgm:prSet/>
      <dgm:spPr/>
      <dgm:t>
        <a:bodyPr/>
        <a:lstStyle/>
        <a:p>
          <a:endParaRPr lang="en-US"/>
        </a:p>
      </dgm:t>
    </dgm:pt>
    <dgm:pt modelId="{06DC1EAB-4594-43E7-8674-C0EA696358A2}" type="sibTrans" cxnId="{5A7DDA7D-D627-4321-BE6E-D1C34797F800}">
      <dgm:prSet/>
      <dgm:spPr/>
      <dgm:t>
        <a:bodyPr/>
        <a:lstStyle/>
        <a:p>
          <a:endParaRPr lang="en-US"/>
        </a:p>
      </dgm:t>
    </dgm:pt>
    <dgm:pt modelId="{F1DCD616-C669-496F-A3C9-07563CDB36FE}">
      <dgm:prSet/>
      <dgm:spPr/>
      <dgm:t>
        <a:bodyPr/>
        <a:lstStyle/>
        <a:p>
          <a:r>
            <a:rPr lang="en-US" dirty="0"/>
            <a:t>Name them according to their goal. </a:t>
          </a:r>
        </a:p>
      </dgm:t>
    </dgm:pt>
    <dgm:pt modelId="{A878B39D-367E-476F-81BD-1E644854E855}" type="parTrans" cxnId="{6470AA43-AA8A-4B89-B17E-6DA5989B79F6}">
      <dgm:prSet/>
      <dgm:spPr/>
      <dgm:t>
        <a:bodyPr/>
        <a:lstStyle/>
        <a:p>
          <a:endParaRPr lang="en-US"/>
        </a:p>
      </dgm:t>
    </dgm:pt>
    <dgm:pt modelId="{F3FE4849-57B3-44E0-9D30-1B80CC905113}" type="sibTrans" cxnId="{6470AA43-AA8A-4B89-B17E-6DA5989B79F6}">
      <dgm:prSet/>
      <dgm:spPr/>
      <dgm:t>
        <a:bodyPr/>
        <a:lstStyle/>
        <a:p>
          <a:endParaRPr lang="en-US"/>
        </a:p>
      </dgm:t>
    </dgm:pt>
    <dgm:pt modelId="{915E860D-F48C-4BEE-827C-8EE345DFCB96}" type="pres">
      <dgm:prSet presAssocID="{C0F0C583-3046-4666-8018-1168EF6AA1E8}" presName="linear" presStyleCnt="0">
        <dgm:presLayoutVars>
          <dgm:dir/>
          <dgm:animLvl val="lvl"/>
          <dgm:resizeHandles val="exact"/>
        </dgm:presLayoutVars>
      </dgm:prSet>
      <dgm:spPr/>
      <dgm:t>
        <a:bodyPr/>
        <a:lstStyle/>
        <a:p>
          <a:endParaRPr lang="en-US"/>
        </a:p>
      </dgm:t>
    </dgm:pt>
    <dgm:pt modelId="{DF6B168A-916D-4C3B-BCCB-7BB4C4DEEC1A}" type="pres">
      <dgm:prSet presAssocID="{901F407E-77F9-4ACF-B18B-FC3142B38E8E}" presName="parentLin" presStyleCnt="0"/>
      <dgm:spPr/>
    </dgm:pt>
    <dgm:pt modelId="{6B3D9FEE-9094-449D-B04A-A82319F2FF77}" type="pres">
      <dgm:prSet presAssocID="{901F407E-77F9-4ACF-B18B-FC3142B38E8E}" presName="parentLeftMargin" presStyleLbl="node1" presStyleIdx="0" presStyleCnt="4"/>
      <dgm:spPr/>
      <dgm:t>
        <a:bodyPr/>
        <a:lstStyle/>
        <a:p>
          <a:endParaRPr lang="en-US"/>
        </a:p>
      </dgm:t>
    </dgm:pt>
    <dgm:pt modelId="{C8712DF2-1922-4808-AD98-97CBF78F2637}" type="pres">
      <dgm:prSet presAssocID="{901F407E-77F9-4ACF-B18B-FC3142B38E8E}" presName="parentText" presStyleLbl="node1" presStyleIdx="0" presStyleCnt="4">
        <dgm:presLayoutVars>
          <dgm:chMax val="0"/>
          <dgm:bulletEnabled val="1"/>
        </dgm:presLayoutVars>
      </dgm:prSet>
      <dgm:spPr/>
      <dgm:t>
        <a:bodyPr/>
        <a:lstStyle/>
        <a:p>
          <a:endParaRPr lang="en-US"/>
        </a:p>
      </dgm:t>
    </dgm:pt>
    <dgm:pt modelId="{B5AE2DA3-03BD-4BDC-9777-5366B894C05D}" type="pres">
      <dgm:prSet presAssocID="{901F407E-77F9-4ACF-B18B-FC3142B38E8E}" presName="negativeSpace" presStyleCnt="0"/>
      <dgm:spPr/>
    </dgm:pt>
    <dgm:pt modelId="{702BAA51-EF5F-4A74-BD15-24C03907CDCE}" type="pres">
      <dgm:prSet presAssocID="{901F407E-77F9-4ACF-B18B-FC3142B38E8E}" presName="childText" presStyleLbl="conFgAcc1" presStyleIdx="0" presStyleCnt="4">
        <dgm:presLayoutVars>
          <dgm:bulletEnabled val="1"/>
        </dgm:presLayoutVars>
      </dgm:prSet>
      <dgm:spPr/>
      <dgm:t>
        <a:bodyPr/>
        <a:lstStyle/>
        <a:p>
          <a:endParaRPr lang="en-US"/>
        </a:p>
      </dgm:t>
    </dgm:pt>
    <dgm:pt modelId="{60681AE8-02C7-4743-ABD8-5170DFF1F644}" type="pres">
      <dgm:prSet presAssocID="{3F3DE0CF-3E8B-42DE-BEAD-AE333109B89D}" presName="spaceBetweenRectangles" presStyleCnt="0"/>
      <dgm:spPr/>
    </dgm:pt>
    <dgm:pt modelId="{EA48EAA7-1E2F-4D0C-A4D0-CCE46C4ADA93}" type="pres">
      <dgm:prSet presAssocID="{46C8E45B-34D2-4D6A-9C34-13F132FAEEF0}" presName="parentLin" presStyleCnt="0"/>
      <dgm:spPr/>
    </dgm:pt>
    <dgm:pt modelId="{150DD6F2-DBAC-4DC4-8267-8194E2861CFF}" type="pres">
      <dgm:prSet presAssocID="{46C8E45B-34D2-4D6A-9C34-13F132FAEEF0}" presName="parentLeftMargin" presStyleLbl="node1" presStyleIdx="0" presStyleCnt="4"/>
      <dgm:spPr/>
      <dgm:t>
        <a:bodyPr/>
        <a:lstStyle/>
        <a:p>
          <a:endParaRPr lang="en-US"/>
        </a:p>
      </dgm:t>
    </dgm:pt>
    <dgm:pt modelId="{BEEF36DC-1FBA-400F-8AC9-4CB49B8DA150}" type="pres">
      <dgm:prSet presAssocID="{46C8E45B-34D2-4D6A-9C34-13F132FAEEF0}" presName="parentText" presStyleLbl="node1" presStyleIdx="1" presStyleCnt="4">
        <dgm:presLayoutVars>
          <dgm:chMax val="0"/>
          <dgm:bulletEnabled val="1"/>
        </dgm:presLayoutVars>
      </dgm:prSet>
      <dgm:spPr/>
      <dgm:t>
        <a:bodyPr/>
        <a:lstStyle/>
        <a:p>
          <a:endParaRPr lang="en-US"/>
        </a:p>
      </dgm:t>
    </dgm:pt>
    <dgm:pt modelId="{618EEF75-6785-4599-A0BF-3AD84399DB5D}" type="pres">
      <dgm:prSet presAssocID="{46C8E45B-34D2-4D6A-9C34-13F132FAEEF0}" presName="negativeSpace" presStyleCnt="0"/>
      <dgm:spPr/>
    </dgm:pt>
    <dgm:pt modelId="{FC5AA60F-F9B3-48F7-8B6A-047AE9CD5F41}" type="pres">
      <dgm:prSet presAssocID="{46C8E45B-34D2-4D6A-9C34-13F132FAEEF0}" presName="childText" presStyleLbl="conFgAcc1" presStyleIdx="1" presStyleCnt="4">
        <dgm:presLayoutVars>
          <dgm:bulletEnabled val="1"/>
        </dgm:presLayoutVars>
      </dgm:prSet>
      <dgm:spPr/>
      <dgm:t>
        <a:bodyPr/>
        <a:lstStyle/>
        <a:p>
          <a:endParaRPr lang="en-US"/>
        </a:p>
      </dgm:t>
    </dgm:pt>
    <dgm:pt modelId="{4FC12978-8DEB-414A-B70B-D2F3F8DBABB8}" type="pres">
      <dgm:prSet presAssocID="{2BE739E0-E0DA-45CF-A624-BF23693320B2}" presName="spaceBetweenRectangles" presStyleCnt="0"/>
      <dgm:spPr/>
    </dgm:pt>
    <dgm:pt modelId="{7AE80AF6-F64F-4AC7-8FF3-A2E800D50A80}" type="pres">
      <dgm:prSet presAssocID="{45C811BD-DD8E-4715-A1AA-0A513214507F}" presName="parentLin" presStyleCnt="0"/>
      <dgm:spPr/>
    </dgm:pt>
    <dgm:pt modelId="{D4EC2D8B-E46F-4B23-AE74-71E7CB296BCC}" type="pres">
      <dgm:prSet presAssocID="{45C811BD-DD8E-4715-A1AA-0A513214507F}" presName="parentLeftMargin" presStyleLbl="node1" presStyleIdx="1" presStyleCnt="4"/>
      <dgm:spPr/>
      <dgm:t>
        <a:bodyPr/>
        <a:lstStyle/>
        <a:p>
          <a:endParaRPr lang="en-US"/>
        </a:p>
      </dgm:t>
    </dgm:pt>
    <dgm:pt modelId="{F44A39CE-C55E-44F5-B63C-771C33C95AAD}" type="pres">
      <dgm:prSet presAssocID="{45C811BD-DD8E-4715-A1AA-0A513214507F}" presName="parentText" presStyleLbl="node1" presStyleIdx="2" presStyleCnt="4">
        <dgm:presLayoutVars>
          <dgm:chMax val="0"/>
          <dgm:bulletEnabled val="1"/>
        </dgm:presLayoutVars>
      </dgm:prSet>
      <dgm:spPr/>
      <dgm:t>
        <a:bodyPr/>
        <a:lstStyle/>
        <a:p>
          <a:endParaRPr lang="en-US"/>
        </a:p>
      </dgm:t>
    </dgm:pt>
    <dgm:pt modelId="{8589576A-C53C-4819-B875-3F2B096F0A3B}" type="pres">
      <dgm:prSet presAssocID="{45C811BD-DD8E-4715-A1AA-0A513214507F}" presName="negativeSpace" presStyleCnt="0"/>
      <dgm:spPr/>
    </dgm:pt>
    <dgm:pt modelId="{9107769A-95D2-4D4E-A998-467CBF289A54}" type="pres">
      <dgm:prSet presAssocID="{45C811BD-DD8E-4715-A1AA-0A513214507F}" presName="childText" presStyleLbl="conFgAcc1" presStyleIdx="2" presStyleCnt="4">
        <dgm:presLayoutVars>
          <dgm:bulletEnabled val="1"/>
        </dgm:presLayoutVars>
      </dgm:prSet>
      <dgm:spPr/>
      <dgm:t>
        <a:bodyPr/>
        <a:lstStyle/>
        <a:p>
          <a:endParaRPr lang="en-US"/>
        </a:p>
      </dgm:t>
    </dgm:pt>
    <dgm:pt modelId="{B137258E-AB85-4177-9E75-BEF1E62729FB}" type="pres">
      <dgm:prSet presAssocID="{F9FA34EA-2131-498B-A889-C021F1DB32BD}" presName="spaceBetweenRectangles" presStyleCnt="0"/>
      <dgm:spPr/>
    </dgm:pt>
    <dgm:pt modelId="{A652CA06-5917-483F-B75B-A32B0E56E52E}" type="pres">
      <dgm:prSet presAssocID="{48C04F79-EFF2-4B54-A38E-F248215B49A3}" presName="parentLin" presStyleCnt="0"/>
      <dgm:spPr/>
    </dgm:pt>
    <dgm:pt modelId="{EC01A94F-BDEB-475E-8F61-C4FD299CA5FB}" type="pres">
      <dgm:prSet presAssocID="{48C04F79-EFF2-4B54-A38E-F248215B49A3}" presName="parentLeftMargin" presStyleLbl="node1" presStyleIdx="2" presStyleCnt="4"/>
      <dgm:spPr/>
      <dgm:t>
        <a:bodyPr/>
        <a:lstStyle/>
        <a:p>
          <a:endParaRPr lang="en-US"/>
        </a:p>
      </dgm:t>
    </dgm:pt>
    <dgm:pt modelId="{79D421D8-F851-457F-BF23-F22E277F9776}" type="pres">
      <dgm:prSet presAssocID="{48C04F79-EFF2-4B54-A38E-F248215B49A3}" presName="parentText" presStyleLbl="node1" presStyleIdx="3" presStyleCnt="4">
        <dgm:presLayoutVars>
          <dgm:chMax val="0"/>
          <dgm:bulletEnabled val="1"/>
        </dgm:presLayoutVars>
      </dgm:prSet>
      <dgm:spPr/>
      <dgm:t>
        <a:bodyPr/>
        <a:lstStyle/>
        <a:p>
          <a:endParaRPr lang="en-US"/>
        </a:p>
      </dgm:t>
    </dgm:pt>
    <dgm:pt modelId="{58CB45B6-F21D-451E-96CA-3FE0A754F192}" type="pres">
      <dgm:prSet presAssocID="{48C04F79-EFF2-4B54-A38E-F248215B49A3}" presName="negativeSpace" presStyleCnt="0"/>
      <dgm:spPr/>
    </dgm:pt>
    <dgm:pt modelId="{C00018CE-40A7-4F94-911A-F0F07E739B4A}" type="pres">
      <dgm:prSet presAssocID="{48C04F79-EFF2-4B54-A38E-F248215B49A3}" presName="childText" presStyleLbl="conFgAcc1" presStyleIdx="3" presStyleCnt="4">
        <dgm:presLayoutVars>
          <dgm:bulletEnabled val="1"/>
        </dgm:presLayoutVars>
      </dgm:prSet>
      <dgm:spPr/>
      <dgm:t>
        <a:bodyPr/>
        <a:lstStyle/>
        <a:p>
          <a:endParaRPr lang="en-US"/>
        </a:p>
      </dgm:t>
    </dgm:pt>
  </dgm:ptLst>
  <dgm:cxnLst>
    <dgm:cxn modelId="{EA05BE72-74A7-45C7-A5D2-9142733F12E8}" srcId="{C0F0C583-3046-4666-8018-1168EF6AA1E8}" destId="{46C8E45B-34D2-4D6A-9C34-13F132FAEEF0}" srcOrd="1" destOrd="0" parTransId="{150D9D33-A87C-4840-92C6-62AE470DEE64}" sibTransId="{2BE739E0-E0DA-45CF-A624-BF23693320B2}"/>
    <dgm:cxn modelId="{B7D0DD47-4570-4BE7-A756-451BEDB4A566}" type="presOf" srcId="{46C8E45B-34D2-4D6A-9C34-13F132FAEEF0}" destId="{BEEF36DC-1FBA-400F-8AC9-4CB49B8DA150}" srcOrd="1" destOrd="0" presId="urn:microsoft.com/office/officeart/2005/8/layout/list1"/>
    <dgm:cxn modelId="{DA0A6759-3655-4425-AD52-942419EF3F8B}" type="presOf" srcId="{2F0C8418-E192-4338-9692-B3E829A174E4}" destId="{702BAA51-EF5F-4A74-BD15-24C03907CDCE}" srcOrd="0" destOrd="2" presId="urn:microsoft.com/office/officeart/2005/8/layout/list1"/>
    <dgm:cxn modelId="{2FCB8220-D57D-43B1-8D9F-E6086A474032}" type="presOf" srcId="{48C04F79-EFF2-4B54-A38E-F248215B49A3}" destId="{79D421D8-F851-457F-BF23-F22E277F9776}" srcOrd="1" destOrd="0" presId="urn:microsoft.com/office/officeart/2005/8/layout/list1"/>
    <dgm:cxn modelId="{86C605AA-0F3B-46DA-9BD4-4A5C6F99E030}" type="presOf" srcId="{46C8E45B-34D2-4D6A-9C34-13F132FAEEF0}" destId="{150DD6F2-DBAC-4DC4-8267-8194E2861CFF}" srcOrd="0" destOrd="0" presId="urn:microsoft.com/office/officeart/2005/8/layout/list1"/>
    <dgm:cxn modelId="{4B81F480-DA3F-4EFC-A4C3-2DB0E1A5C7F0}" type="presOf" srcId="{48C04F79-EFF2-4B54-A38E-F248215B49A3}" destId="{EC01A94F-BDEB-475E-8F61-C4FD299CA5FB}" srcOrd="0" destOrd="0" presId="urn:microsoft.com/office/officeart/2005/8/layout/list1"/>
    <dgm:cxn modelId="{6470AA43-AA8A-4B89-B17E-6DA5989B79F6}" srcId="{48C04F79-EFF2-4B54-A38E-F248215B49A3}" destId="{F1DCD616-C669-496F-A3C9-07563CDB36FE}" srcOrd="1" destOrd="0" parTransId="{A878B39D-367E-476F-81BD-1E644854E855}" sibTransId="{F3FE4849-57B3-44E0-9D30-1B80CC905113}"/>
    <dgm:cxn modelId="{9BAAD5FF-671D-41A0-A317-6DE575EE4021}" type="presOf" srcId="{CB367647-1BA7-419A-A8AE-52B3FE15BE35}" destId="{C00018CE-40A7-4F94-911A-F0F07E739B4A}" srcOrd="0" destOrd="0" presId="urn:microsoft.com/office/officeart/2005/8/layout/list1"/>
    <dgm:cxn modelId="{2B7AA3AB-94B1-489D-AAC5-47BA5D7E21F4}" type="presOf" srcId="{901F407E-77F9-4ACF-B18B-FC3142B38E8E}" destId="{6B3D9FEE-9094-449D-B04A-A82319F2FF77}" srcOrd="0" destOrd="0" presId="urn:microsoft.com/office/officeart/2005/8/layout/list1"/>
    <dgm:cxn modelId="{E58319BE-8D5F-42A8-B6B5-26DA8F83F14A}" srcId="{901F407E-77F9-4ACF-B18B-FC3142B38E8E}" destId="{2F0C8418-E192-4338-9692-B3E829A174E4}" srcOrd="2" destOrd="0" parTransId="{BD7D05F2-DC6C-41FB-8688-343BC41F983A}" sibTransId="{C0C5AC6A-74E6-496C-9BA3-A12CD491BB9E}"/>
    <dgm:cxn modelId="{156598D3-D854-44E0-9D12-75EAB98C0619}" srcId="{C0F0C583-3046-4666-8018-1168EF6AA1E8}" destId="{48C04F79-EFF2-4B54-A38E-F248215B49A3}" srcOrd="3" destOrd="0" parTransId="{27A3123B-B58B-49A7-9611-E458AD23E2D9}" sibTransId="{2B49F317-DDEE-4C95-A2CA-F2739482B833}"/>
    <dgm:cxn modelId="{48952AD0-3DBD-45AA-A382-2BE5D61534E6}" srcId="{46C8E45B-34D2-4D6A-9C34-13F132FAEEF0}" destId="{7B77ADF7-C4D7-45B2-BD99-6FE631EA390D}" srcOrd="0" destOrd="0" parTransId="{4A47BA3C-900D-4B86-8C2F-671FA9569BCA}" sibTransId="{CAD89C31-519A-43A5-B083-1B0CECD55BD4}"/>
    <dgm:cxn modelId="{88684483-1A4D-44DC-837D-16D8CECE140C}" type="presOf" srcId="{7B77ADF7-C4D7-45B2-BD99-6FE631EA390D}" destId="{FC5AA60F-F9B3-48F7-8B6A-047AE9CD5F41}" srcOrd="0" destOrd="0" presId="urn:microsoft.com/office/officeart/2005/8/layout/list1"/>
    <dgm:cxn modelId="{BDA0086C-6C05-40DB-A497-9846D38AAB5E}" type="presOf" srcId="{9483E1C3-BDD1-4AE1-A7A8-4C508D973BC3}" destId="{702BAA51-EF5F-4A74-BD15-24C03907CDCE}" srcOrd="0" destOrd="0" presId="urn:microsoft.com/office/officeart/2005/8/layout/list1"/>
    <dgm:cxn modelId="{5A7DDA7D-D627-4321-BE6E-D1C34797F800}" srcId="{48C04F79-EFF2-4B54-A38E-F248215B49A3}" destId="{CB367647-1BA7-419A-A8AE-52B3FE15BE35}" srcOrd="0" destOrd="0" parTransId="{25A36D77-3D02-4596-8410-CDB5D379D88C}" sibTransId="{06DC1EAB-4594-43E7-8674-C0EA696358A2}"/>
    <dgm:cxn modelId="{444A19C6-E9A7-4BA2-A1D6-CEF8F4025BFA}" srcId="{C0F0C583-3046-4666-8018-1168EF6AA1E8}" destId="{45C811BD-DD8E-4715-A1AA-0A513214507F}" srcOrd="2" destOrd="0" parTransId="{625B1695-84EE-4E43-A081-A9EE5BF304CF}" sibTransId="{F9FA34EA-2131-498B-A889-C021F1DB32BD}"/>
    <dgm:cxn modelId="{E2585427-AC09-4D20-80AE-19E49A7F9957}" srcId="{C0F0C583-3046-4666-8018-1168EF6AA1E8}" destId="{901F407E-77F9-4ACF-B18B-FC3142B38E8E}" srcOrd="0" destOrd="0" parTransId="{6DCB42D9-0828-4F09-AFE4-43233AA79DBD}" sibTransId="{3F3DE0CF-3E8B-42DE-BEAD-AE333109B89D}"/>
    <dgm:cxn modelId="{7E1F6DB4-847D-4A44-BA21-B6DB46864B7B}" type="presOf" srcId="{45C811BD-DD8E-4715-A1AA-0A513214507F}" destId="{D4EC2D8B-E46F-4B23-AE74-71E7CB296BCC}" srcOrd="0" destOrd="0" presId="urn:microsoft.com/office/officeart/2005/8/layout/list1"/>
    <dgm:cxn modelId="{03E1DC74-4358-46B1-BC9F-BE573AF21961}" type="presOf" srcId="{A794F8A2-B708-41FA-A83D-F9A8281039F2}" destId="{702BAA51-EF5F-4A74-BD15-24C03907CDCE}" srcOrd="0" destOrd="1" presId="urn:microsoft.com/office/officeart/2005/8/layout/list1"/>
    <dgm:cxn modelId="{164A0C68-54CE-43B9-AB31-D4D1CE0BC3B9}" srcId="{45C811BD-DD8E-4715-A1AA-0A513214507F}" destId="{858C7719-5EFA-4DE5-8D6B-7941C31440ED}" srcOrd="0" destOrd="0" parTransId="{3F86C828-1683-4C7D-AF0C-84CEB0CB7781}" sibTransId="{B20EBE9A-0C72-4FBA-9574-E183F5929652}"/>
    <dgm:cxn modelId="{8F59BD39-686E-4434-9A7B-58118F09343F}" type="presOf" srcId="{858C7719-5EFA-4DE5-8D6B-7941C31440ED}" destId="{9107769A-95D2-4D4E-A998-467CBF289A54}" srcOrd="0" destOrd="0" presId="urn:microsoft.com/office/officeart/2005/8/layout/list1"/>
    <dgm:cxn modelId="{9E7F56A6-7C1F-4463-9524-2185946758F6}" type="presOf" srcId="{45C811BD-DD8E-4715-A1AA-0A513214507F}" destId="{F44A39CE-C55E-44F5-B63C-771C33C95AAD}" srcOrd="1" destOrd="0" presId="urn:microsoft.com/office/officeart/2005/8/layout/list1"/>
    <dgm:cxn modelId="{7F4DCF6B-ABBD-4EA6-A5AF-4966C55CCC94}" type="presOf" srcId="{F1DCD616-C669-496F-A3C9-07563CDB36FE}" destId="{C00018CE-40A7-4F94-911A-F0F07E739B4A}" srcOrd="0" destOrd="1" presId="urn:microsoft.com/office/officeart/2005/8/layout/list1"/>
    <dgm:cxn modelId="{6C18970D-2D7C-4FC2-92DC-B1519C16E6F8}" type="presOf" srcId="{901F407E-77F9-4ACF-B18B-FC3142B38E8E}" destId="{C8712DF2-1922-4808-AD98-97CBF78F2637}" srcOrd="1" destOrd="0" presId="urn:microsoft.com/office/officeart/2005/8/layout/list1"/>
    <dgm:cxn modelId="{E4E1F535-4F92-481A-AFE8-C7F555B47249}" srcId="{901F407E-77F9-4ACF-B18B-FC3142B38E8E}" destId="{A794F8A2-B708-41FA-A83D-F9A8281039F2}" srcOrd="1" destOrd="0" parTransId="{F8DDFF72-A1FE-4C0E-90AD-1AB1CBDE6A94}" sibTransId="{45B91D2F-893C-40C9-8D74-EE9C2EECB80B}"/>
    <dgm:cxn modelId="{F8ED0705-8522-4277-BFD0-620F583255E4}" type="presOf" srcId="{C0F0C583-3046-4666-8018-1168EF6AA1E8}" destId="{915E860D-F48C-4BEE-827C-8EE345DFCB96}" srcOrd="0" destOrd="0" presId="urn:microsoft.com/office/officeart/2005/8/layout/list1"/>
    <dgm:cxn modelId="{01ED1ED3-5172-41F3-B71C-469B239B4510}" srcId="{901F407E-77F9-4ACF-B18B-FC3142B38E8E}" destId="{9483E1C3-BDD1-4AE1-A7A8-4C508D973BC3}" srcOrd="0" destOrd="0" parTransId="{307BE35E-0532-4FB1-87A4-FDE6283B2593}" sibTransId="{AFFE79AC-7D56-4808-981A-347A6D7755B9}"/>
    <dgm:cxn modelId="{86138A7E-A3C6-409A-B1F2-B34A4F661C88}" type="presParOf" srcId="{915E860D-F48C-4BEE-827C-8EE345DFCB96}" destId="{DF6B168A-916D-4C3B-BCCB-7BB4C4DEEC1A}" srcOrd="0" destOrd="0" presId="urn:microsoft.com/office/officeart/2005/8/layout/list1"/>
    <dgm:cxn modelId="{2C628650-027B-491E-98CA-81552D622B3C}" type="presParOf" srcId="{DF6B168A-916D-4C3B-BCCB-7BB4C4DEEC1A}" destId="{6B3D9FEE-9094-449D-B04A-A82319F2FF77}" srcOrd="0" destOrd="0" presId="urn:microsoft.com/office/officeart/2005/8/layout/list1"/>
    <dgm:cxn modelId="{FD9C3658-FA0D-49C7-81DE-7C7B7A53985C}" type="presParOf" srcId="{DF6B168A-916D-4C3B-BCCB-7BB4C4DEEC1A}" destId="{C8712DF2-1922-4808-AD98-97CBF78F2637}" srcOrd="1" destOrd="0" presId="urn:microsoft.com/office/officeart/2005/8/layout/list1"/>
    <dgm:cxn modelId="{5DE5C9DE-2743-44A7-A1F3-3665AA2CB72D}" type="presParOf" srcId="{915E860D-F48C-4BEE-827C-8EE345DFCB96}" destId="{B5AE2DA3-03BD-4BDC-9777-5366B894C05D}" srcOrd="1" destOrd="0" presId="urn:microsoft.com/office/officeart/2005/8/layout/list1"/>
    <dgm:cxn modelId="{E6E3AA8C-3F86-4F21-9E1B-C96EE1B41F20}" type="presParOf" srcId="{915E860D-F48C-4BEE-827C-8EE345DFCB96}" destId="{702BAA51-EF5F-4A74-BD15-24C03907CDCE}" srcOrd="2" destOrd="0" presId="urn:microsoft.com/office/officeart/2005/8/layout/list1"/>
    <dgm:cxn modelId="{46407CFE-3CF3-4EE8-9809-FE874D2CD859}" type="presParOf" srcId="{915E860D-F48C-4BEE-827C-8EE345DFCB96}" destId="{60681AE8-02C7-4743-ABD8-5170DFF1F644}" srcOrd="3" destOrd="0" presId="urn:microsoft.com/office/officeart/2005/8/layout/list1"/>
    <dgm:cxn modelId="{1F345C2C-C29E-48D8-BCD1-DE512D88F73C}" type="presParOf" srcId="{915E860D-F48C-4BEE-827C-8EE345DFCB96}" destId="{EA48EAA7-1E2F-4D0C-A4D0-CCE46C4ADA93}" srcOrd="4" destOrd="0" presId="urn:microsoft.com/office/officeart/2005/8/layout/list1"/>
    <dgm:cxn modelId="{DEC0F2D0-315F-4EB0-B071-15CECF352724}" type="presParOf" srcId="{EA48EAA7-1E2F-4D0C-A4D0-CCE46C4ADA93}" destId="{150DD6F2-DBAC-4DC4-8267-8194E2861CFF}" srcOrd="0" destOrd="0" presId="urn:microsoft.com/office/officeart/2005/8/layout/list1"/>
    <dgm:cxn modelId="{351EFDD8-260D-4EBE-8910-DA1F7BDADF25}" type="presParOf" srcId="{EA48EAA7-1E2F-4D0C-A4D0-CCE46C4ADA93}" destId="{BEEF36DC-1FBA-400F-8AC9-4CB49B8DA150}" srcOrd="1" destOrd="0" presId="urn:microsoft.com/office/officeart/2005/8/layout/list1"/>
    <dgm:cxn modelId="{CB892FC0-1841-42FB-920D-CD5BF771E781}" type="presParOf" srcId="{915E860D-F48C-4BEE-827C-8EE345DFCB96}" destId="{618EEF75-6785-4599-A0BF-3AD84399DB5D}" srcOrd="5" destOrd="0" presId="urn:microsoft.com/office/officeart/2005/8/layout/list1"/>
    <dgm:cxn modelId="{9E45CF66-7735-499D-9961-C3179B829BE4}" type="presParOf" srcId="{915E860D-F48C-4BEE-827C-8EE345DFCB96}" destId="{FC5AA60F-F9B3-48F7-8B6A-047AE9CD5F41}" srcOrd="6" destOrd="0" presId="urn:microsoft.com/office/officeart/2005/8/layout/list1"/>
    <dgm:cxn modelId="{9CE49BF2-DF3F-434C-8485-E9229C995D22}" type="presParOf" srcId="{915E860D-F48C-4BEE-827C-8EE345DFCB96}" destId="{4FC12978-8DEB-414A-B70B-D2F3F8DBABB8}" srcOrd="7" destOrd="0" presId="urn:microsoft.com/office/officeart/2005/8/layout/list1"/>
    <dgm:cxn modelId="{E94E0857-AB40-4420-B0C9-D2975E31E5B9}" type="presParOf" srcId="{915E860D-F48C-4BEE-827C-8EE345DFCB96}" destId="{7AE80AF6-F64F-4AC7-8FF3-A2E800D50A80}" srcOrd="8" destOrd="0" presId="urn:microsoft.com/office/officeart/2005/8/layout/list1"/>
    <dgm:cxn modelId="{045938AD-58BA-4DC5-B40E-67777D749F3A}" type="presParOf" srcId="{7AE80AF6-F64F-4AC7-8FF3-A2E800D50A80}" destId="{D4EC2D8B-E46F-4B23-AE74-71E7CB296BCC}" srcOrd="0" destOrd="0" presId="urn:microsoft.com/office/officeart/2005/8/layout/list1"/>
    <dgm:cxn modelId="{3CEADC64-97BB-464A-9BC4-07B289EFF678}" type="presParOf" srcId="{7AE80AF6-F64F-4AC7-8FF3-A2E800D50A80}" destId="{F44A39CE-C55E-44F5-B63C-771C33C95AAD}" srcOrd="1" destOrd="0" presId="urn:microsoft.com/office/officeart/2005/8/layout/list1"/>
    <dgm:cxn modelId="{69031887-7C92-44A9-90CB-E2AB4A0C0F57}" type="presParOf" srcId="{915E860D-F48C-4BEE-827C-8EE345DFCB96}" destId="{8589576A-C53C-4819-B875-3F2B096F0A3B}" srcOrd="9" destOrd="0" presId="urn:microsoft.com/office/officeart/2005/8/layout/list1"/>
    <dgm:cxn modelId="{DDD5E9F7-B45B-42F4-94E2-5DE5393013B9}" type="presParOf" srcId="{915E860D-F48C-4BEE-827C-8EE345DFCB96}" destId="{9107769A-95D2-4D4E-A998-467CBF289A54}" srcOrd="10" destOrd="0" presId="urn:microsoft.com/office/officeart/2005/8/layout/list1"/>
    <dgm:cxn modelId="{330F2E67-E2DB-414D-826B-EDBBC512300D}" type="presParOf" srcId="{915E860D-F48C-4BEE-827C-8EE345DFCB96}" destId="{B137258E-AB85-4177-9E75-BEF1E62729FB}" srcOrd="11" destOrd="0" presId="urn:microsoft.com/office/officeart/2005/8/layout/list1"/>
    <dgm:cxn modelId="{200BF091-6BC3-44DA-A08D-54CD355154CF}" type="presParOf" srcId="{915E860D-F48C-4BEE-827C-8EE345DFCB96}" destId="{A652CA06-5917-483F-B75B-A32B0E56E52E}" srcOrd="12" destOrd="0" presId="urn:microsoft.com/office/officeart/2005/8/layout/list1"/>
    <dgm:cxn modelId="{6154E5EB-2A17-4AD5-A913-3AC9126757D5}" type="presParOf" srcId="{A652CA06-5917-483F-B75B-A32B0E56E52E}" destId="{EC01A94F-BDEB-475E-8F61-C4FD299CA5FB}" srcOrd="0" destOrd="0" presId="urn:microsoft.com/office/officeart/2005/8/layout/list1"/>
    <dgm:cxn modelId="{5BD979AA-8B08-42F8-BC05-59A9A087C7B6}" type="presParOf" srcId="{A652CA06-5917-483F-B75B-A32B0E56E52E}" destId="{79D421D8-F851-457F-BF23-F22E277F9776}" srcOrd="1" destOrd="0" presId="urn:microsoft.com/office/officeart/2005/8/layout/list1"/>
    <dgm:cxn modelId="{35CD48A3-71D8-4F38-9D5F-9D13B1706117}" type="presParOf" srcId="{915E860D-F48C-4BEE-827C-8EE345DFCB96}" destId="{58CB45B6-F21D-451E-96CA-3FE0A754F192}" srcOrd="13" destOrd="0" presId="urn:microsoft.com/office/officeart/2005/8/layout/list1"/>
    <dgm:cxn modelId="{A3653E89-A831-4F43-B2DD-969424E6B98E}" type="presParOf" srcId="{915E860D-F48C-4BEE-827C-8EE345DFCB96}" destId="{C00018CE-40A7-4F94-911A-F0F07E739B4A}" srcOrd="14"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33BC8C1E-9AA8-4312-82D9-57AB059994BD}" type="datetimeFigureOut">
              <a:rPr lang="en-US" smtClean="0"/>
              <a:t>9/1/2025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r>
              <a:rPr lang="en-US"/>
              <a:t>Object Oriented Analyis &amp; Design - Fawad Ali</a:t>
            </a: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F253848-D01C-4BEC-818E-C68636279402}" type="slidenum">
              <a:rPr lang="en-US" smtClean="0"/>
              <a:t>‹#›</a:t>
            </a:fld>
            <a:endParaRPr lang="en-US"/>
          </a:p>
        </p:txBody>
      </p:sp>
    </p:spTree>
    <p:extLst>
      <p:ext uri="{BB962C8B-B14F-4D97-AF65-F5344CB8AC3E}">
        <p14:creationId xmlns:p14="http://schemas.microsoft.com/office/powerpoint/2010/main" val="2931445558"/>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905053C-8E2C-4EAA-9BFC-EA0B8A48C0B6}" type="datetimeFigureOut">
              <a:rPr lang="en-US" smtClean="0"/>
              <a:t>9/1/2025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r>
              <a:rPr lang="en-US"/>
              <a:t>Object Oriented Analyis &amp; Design - Fawad Ali</a:t>
            </a: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0C832EF-FBF9-4A3C-9E79-E7CF53EDF2D0}" type="slidenum">
              <a:rPr lang="en-US" smtClean="0"/>
              <a:t>‹#›</a:t>
            </a:fld>
            <a:endParaRPr lang="en-US"/>
          </a:p>
        </p:txBody>
      </p:sp>
    </p:spTree>
    <p:extLst>
      <p:ext uri="{BB962C8B-B14F-4D97-AF65-F5344CB8AC3E}">
        <p14:creationId xmlns:p14="http://schemas.microsoft.com/office/powerpoint/2010/main" val="1809059023"/>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Slide Image Placeholder 1">
            <a:extLst>
              <a:ext uri="{FF2B5EF4-FFF2-40B4-BE49-F238E27FC236}">
                <a16:creationId xmlns:a16="http://schemas.microsoft.com/office/drawing/2014/main" xmlns="" id="{83D327C4-1D0D-46C8-860D-4B5D963EA43E}"/>
              </a:ext>
            </a:extLst>
          </p:cNvPr>
          <p:cNvSpPr>
            <a:spLocks noGrp="1" noRot="1" noChangeAspect="1" noChangeArrowheads="1" noTextEdit="1"/>
          </p:cNvSpPr>
          <p:nvPr>
            <p:ph type="sldImg"/>
          </p:nvPr>
        </p:nvSpPr>
        <p:spPr>
          <a:ln/>
        </p:spPr>
      </p:sp>
      <p:sp>
        <p:nvSpPr>
          <p:cNvPr id="22530" name="Notes Placeholder 2">
            <a:extLst>
              <a:ext uri="{FF2B5EF4-FFF2-40B4-BE49-F238E27FC236}">
                <a16:creationId xmlns:a16="http://schemas.microsoft.com/office/drawing/2014/main" xmlns="" id="{B7A7D941-137C-4E72-B4B4-764D27361CA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CA" altLang="en-US" b="1">
                <a:latin typeface="Arial" panose="020B0604020202020204" pitchFamily="34" charset="0"/>
                <a:cs typeface="Arial" panose="020B0604020202020204" pitchFamily="34" charset="0"/>
              </a:rPr>
              <a:t>Note</a:t>
            </a:r>
            <a:r>
              <a:rPr lang="en-CA" altLang="en-US">
                <a:latin typeface="Arial" panose="020B0604020202020204" pitchFamily="34" charset="0"/>
                <a:cs typeface="Arial" panose="020B0604020202020204" pitchFamily="34" charset="0"/>
              </a:rPr>
              <a:t>: UML does not work well for small projects or projects where just a few developers are involved. If you attempt to use it in this environment it will seem more of a burden than an aid, but then it was never intended for that. It works best for very complex systems involving dozens of developers over a long period of time where it is impossible for one or two people to maintain the structure of the software in their head as they develop it.</a:t>
            </a:r>
          </a:p>
          <a:p>
            <a:endParaRPr lang="en-US" altLang="en-US">
              <a:latin typeface="Arial" panose="020B0604020202020204" pitchFamily="34" charset="0"/>
              <a:cs typeface="Arial" panose="020B0604020202020204" pitchFamily="34" charset="0"/>
            </a:endParaRPr>
          </a:p>
        </p:txBody>
      </p:sp>
      <p:sp>
        <p:nvSpPr>
          <p:cNvPr id="22531" name="Slide Number Placeholder 3">
            <a:extLst>
              <a:ext uri="{FF2B5EF4-FFF2-40B4-BE49-F238E27FC236}">
                <a16:creationId xmlns:a16="http://schemas.microsoft.com/office/drawing/2014/main" xmlns="" id="{1EA71F27-A364-4A41-B8A0-29D1C7B713F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26E2B1BC-915E-4120-A6E6-A2C3A20B7C01}" type="slidenum">
              <a:rPr lang="en-CA" altLang="en-US">
                <a:latin typeface="Arial" panose="020B0604020202020204" pitchFamily="34" charset="0"/>
                <a:cs typeface="Arial" panose="020B0604020202020204" pitchFamily="34" charset="0"/>
              </a:rPr>
              <a:pPr/>
              <a:t>3</a:t>
            </a:fld>
            <a:endParaRPr lang="en-CA"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048234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Slide Image Placeholder 1">
            <a:extLst>
              <a:ext uri="{FF2B5EF4-FFF2-40B4-BE49-F238E27FC236}">
                <a16:creationId xmlns:a16="http://schemas.microsoft.com/office/drawing/2014/main" xmlns="" id="{7736FCDE-966C-41B3-89EE-191299F8EC38}"/>
              </a:ext>
            </a:extLst>
          </p:cNvPr>
          <p:cNvSpPr>
            <a:spLocks noGrp="1" noRot="1" noChangeAspect="1" noChangeArrowheads="1" noTextEdit="1"/>
          </p:cNvSpPr>
          <p:nvPr>
            <p:ph type="sldImg"/>
          </p:nvPr>
        </p:nvSpPr>
        <p:spPr>
          <a:ln/>
        </p:spPr>
      </p:sp>
      <p:sp>
        <p:nvSpPr>
          <p:cNvPr id="27650" name="Notes Placeholder 2">
            <a:extLst>
              <a:ext uri="{FF2B5EF4-FFF2-40B4-BE49-F238E27FC236}">
                <a16:creationId xmlns:a16="http://schemas.microsoft.com/office/drawing/2014/main" xmlns="" id="{BB114CCF-46F0-466B-AC2E-01565F485EB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solidFill>
                  <a:schemeClr val="tx2"/>
                </a:solidFill>
                <a:latin typeface="Arial" panose="020B0604020202020204" pitchFamily="34" charset="0"/>
                <a:ea typeface="MS PGothic" panose="020B0600070205080204" pitchFamily="34" charset="-128"/>
                <a:cs typeface="Arial" panose="020B0604020202020204" pitchFamily="34" charset="0"/>
              </a:rPr>
              <a:t>Each use case represents a discrete goal for the user</a:t>
            </a:r>
          </a:p>
          <a:p>
            <a:endParaRPr lang="en-US" altLang="en-US">
              <a:latin typeface="Arial" panose="020B0604020202020204" pitchFamily="34" charset="0"/>
              <a:cs typeface="Arial" panose="020B0604020202020204" pitchFamily="34" charset="0"/>
            </a:endParaRPr>
          </a:p>
        </p:txBody>
      </p:sp>
      <p:sp>
        <p:nvSpPr>
          <p:cNvPr id="27651" name="Slide Number Placeholder 3">
            <a:extLst>
              <a:ext uri="{FF2B5EF4-FFF2-40B4-BE49-F238E27FC236}">
                <a16:creationId xmlns:a16="http://schemas.microsoft.com/office/drawing/2014/main" xmlns="" id="{F04B3614-5568-4076-8197-196781729D5D}"/>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16CB7A38-594C-441D-A615-995AE79A9150}" type="slidenum">
              <a:rPr lang="en-CA" altLang="en-US">
                <a:latin typeface="Arial" panose="020B0604020202020204" pitchFamily="34" charset="0"/>
                <a:cs typeface="Arial" panose="020B0604020202020204" pitchFamily="34" charset="0"/>
              </a:rPr>
              <a:pPr/>
              <a:t>9</a:t>
            </a:fld>
            <a:endParaRPr lang="en-CA"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125003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Slide Image Placeholder 1">
            <a:extLst>
              <a:ext uri="{FF2B5EF4-FFF2-40B4-BE49-F238E27FC236}">
                <a16:creationId xmlns:a16="http://schemas.microsoft.com/office/drawing/2014/main" xmlns="" id="{A6CC991F-B082-474D-9EF9-3E8EBD1FB262}"/>
              </a:ext>
            </a:extLst>
          </p:cNvPr>
          <p:cNvSpPr>
            <a:spLocks noGrp="1" noRot="1" noChangeAspect="1" noChangeArrowheads="1" noTextEdit="1"/>
          </p:cNvSpPr>
          <p:nvPr>
            <p:ph type="sldImg"/>
          </p:nvPr>
        </p:nvSpPr>
        <p:spPr>
          <a:ln/>
        </p:spPr>
      </p:sp>
      <p:sp>
        <p:nvSpPr>
          <p:cNvPr id="3" name="Notes Placeholder 2">
            <a:extLst>
              <a:ext uri="{FF2B5EF4-FFF2-40B4-BE49-F238E27FC236}">
                <a16:creationId xmlns:a16="http://schemas.microsoft.com/office/drawing/2014/main" xmlns="" id="{0FE843C8-6A43-9D45-A704-06B87503BF78}"/>
              </a:ext>
            </a:extLst>
          </p:cNvPr>
          <p:cNvSpPr>
            <a:spLocks noGrp="1"/>
          </p:cNvSpPr>
          <p:nvPr>
            <p:ph type="body" idx="1"/>
          </p:nvPr>
        </p:nvSpPr>
        <p:spPr/>
        <p:txBody>
          <a:bodyPr/>
          <a:lstStyle/>
          <a:p>
            <a:pPr>
              <a:defRPr/>
            </a:pPr>
            <a:endParaRPr lang="en-US" dirty="0"/>
          </a:p>
        </p:txBody>
      </p:sp>
      <p:sp>
        <p:nvSpPr>
          <p:cNvPr id="32771" name="Slide Number Placeholder 3">
            <a:extLst>
              <a:ext uri="{FF2B5EF4-FFF2-40B4-BE49-F238E27FC236}">
                <a16:creationId xmlns:a16="http://schemas.microsoft.com/office/drawing/2014/main" xmlns="" id="{D115F2FE-4A8F-4A51-86AF-A4E959288D0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A13331ED-9709-49D7-9739-D8ED5432CF05}" type="slidenum">
              <a:rPr lang="en-US" altLang="en-US">
                <a:latin typeface="Arial" panose="020B0604020202020204" pitchFamily="34" charset="0"/>
                <a:cs typeface="Arial" panose="020B0604020202020204" pitchFamily="34" charset="0"/>
              </a:rPr>
              <a:pPr/>
              <a:t>11</a:t>
            </a:fld>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724875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Doesn’t mean to always ignore boss-test-failing use cases. User authentication may fail the boss test but may be important and difficult.</a:t>
            </a:r>
          </a:p>
          <a:p>
            <a:endParaRPr lang="en-US" dirty="0"/>
          </a:p>
          <a:p>
            <a:r>
              <a:rPr lang="en-US" dirty="0"/>
              <a:t>EBP Test: It’s not a single small step like “delete a line item” or “print the document.” Rather, the main success scenario is probably five or ten steps. It doesn’t take days and multiple sessions, like “negotiate a supplier contract”; it is a task done during a single session. It is probably between a few minutes and an hour in length.</a:t>
            </a:r>
          </a:p>
          <a:p>
            <a:endParaRPr lang="en-US" dirty="0"/>
          </a:p>
          <a:p>
            <a:r>
              <a:rPr lang="en-US" dirty="0"/>
              <a:t>Size Test: A common mistake in use case modeling is to define just a single step within a series of related steps as a use case by itself, such as defining a use case called Enter an Item ID. You can see a hint of the error by its small size—the use case name will wrongly suggest just one step within a larger series of steps</a:t>
            </a:r>
          </a:p>
        </p:txBody>
      </p:sp>
      <p:sp>
        <p:nvSpPr>
          <p:cNvPr id="4" name="Slide Number Placeholder 3"/>
          <p:cNvSpPr>
            <a:spLocks noGrp="1"/>
          </p:cNvSpPr>
          <p:nvPr>
            <p:ph type="sldNum" sz="quarter" idx="5"/>
          </p:nvPr>
        </p:nvSpPr>
        <p:spPr/>
        <p:txBody>
          <a:bodyPr/>
          <a:lstStyle/>
          <a:p>
            <a:fld id="{60C832EF-FBF9-4A3C-9E79-E7CF53EDF2D0}" type="slidenum">
              <a:rPr lang="en-US" smtClean="0"/>
              <a:t>15</a:t>
            </a:fld>
            <a:endParaRPr lang="en-US"/>
          </a:p>
        </p:txBody>
      </p:sp>
    </p:spTree>
    <p:extLst>
      <p:ext uri="{BB962C8B-B14F-4D97-AF65-F5344CB8AC3E}">
        <p14:creationId xmlns:p14="http://schemas.microsoft.com/office/powerpoint/2010/main" val="20661934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7">
            <a:extLst>
              <a:ext uri="{FF2B5EF4-FFF2-40B4-BE49-F238E27FC236}">
                <a16:creationId xmlns:a16="http://schemas.microsoft.com/office/drawing/2014/main" xmlns="" id="{A12236A8-1970-4A03-B2C1-97868CA4E03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79E499D2-15D7-45FB-A46D-21B6BD9875A3}" type="slidenum">
              <a:rPr lang="en-US" altLang="en-US">
                <a:latin typeface="Arial" panose="020B0604020202020204" pitchFamily="34" charset="0"/>
                <a:cs typeface="Arial" panose="020B0604020202020204" pitchFamily="34" charset="0"/>
              </a:rPr>
              <a:pPr/>
              <a:t>17</a:t>
            </a:fld>
            <a:endParaRPr lang="en-US" altLang="en-US">
              <a:latin typeface="Arial" panose="020B0604020202020204" pitchFamily="34" charset="0"/>
              <a:cs typeface="Arial" panose="020B0604020202020204" pitchFamily="34" charset="0"/>
            </a:endParaRPr>
          </a:p>
        </p:txBody>
      </p:sp>
      <p:sp>
        <p:nvSpPr>
          <p:cNvPr id="44034" name="Rectangle 2">
            <a:extLst>
              <a:ext uri="{FF2B5EF4-FFF2-40B4-BE49-F238E27FC236}">
                <a16:creationId xmlns:a16="http://schemas.microsoft.com/office/drawing/2014/main" xmlns="" id="{17DD9D62-6EE4-4E91-9CC9-B7583FF3C9F0}"/>
              </a:ext>
            </a:extLst>
          </p:cNvPr>
          <p:cNvSpPr>
            <a:spLocks noGrp="1" noRot="1" noChangeAspect="1" noChangeArrowheads="1" noTextEdit="1"/>
          </p:cNvSpPr>
          <p:nvPr>
            <p:ph type="sldImg"/>
          </p:nvPr>
        </p:nvSpPr>
        <p:spPr>
          <a:ln/>
        </p:spPr>
      </p:sp>
      <p:sp>
        <p:nvSpPr>
          <p:cNvPr id="44035" name="Rectangle 3">
            <a:extLst>
              <a:ext uri="{FF2B5EF4-FFF2-40B4-BE49-F238E27FC236}">
                <a16:creationId xmlns:a16="http://schemas.microsoft.com/office/drawing/2014/main" xmlns="" id="{EAEBEACE-C4D1-4994-9A32-FFB4D9971EB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032154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3D3D4E"/>
                </a:solidFill>
                <a:effectLst/>
                <a:latin typeface="Droid Serif"/>
              </a:rPr>
              <a:t>The users or systems that interact with the main system are called actors. An actor can be primary or secondary. Primary actors are those that initiate use cases and interact with the system. They are usually placed on the left side of the system. On the other hand, secondary actors are used by the system but they do not interact with the system on their own.</a:t>
            </a:r>
            <a:endParaRPr lang="en-US" altLang="en-US" dirty="0">
              <a:latin typeface="Arial" panose="020B0604020202020204" pitchFamily="34" charset="0"/>
              <a:cs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60C832EF-FBF9-4A3C-9E79-E7CF53EDF2D0}" type="slidenum">
              <a:rPr lang="en-US" smtClean="0"/>
              <a:t>18</a:t>
            </a:fld>
            <a:endParaRPr lang="en-US"/>
          </a:p>
        </p:txBody>
      </p:sp>
    </p:spTree>
    <p:extLst>
      <p:ext uri="{BB962C8B-B14F-4D97-AF65-F5344CB8AC3E}">
        <p14:creationId xmlns:p14="http://schemas.microsoft.com/office/powerpoint/2010/main" val="34609887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7">
            <a:extLst>
              <a:ext uri="{FF2B5EF4-FFF2-40B4-BE49-F238E27FC236}">
                <a16:creationId xmlns:a16="http://schemas.microsoft.com/office/drawing/2014/main" xmlns="" id="{73D603EC-8CF4-4837-8BB6-6EEB2119E29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2625EF4F-24DA-4E2B-90A7-0FDE792EDD87}" type="slidenum">
              <a:rPr lang="en-US" altLang="en-US">
                <a:latin typeface="Arial" panose="020B0604020202020204" pitchFamily="34" charset="0"/>
                <a:cs typeface="Arial" panose="020B0604020202020204" pitchFamily="34" charset="0"/>
              </a:rPr>
              <a:pPr/>
              <a:t>19</a:t>
            </a:fld>
            <a:endParaRPr lang="en-US" altLang="en-US">
              <a:latin typeface="Arial" panose="020B0604020202020204" pitchFamily="34" charset="0"/>
              <a:cs typeface="Arial" panose="020B0604020202020204" pitchFamily="34" charset="0"/>
            </a:endParaRPr>
          </a:p>
        </p:txBody>
      </p:sp>
      <p:sp>
        <p:nvSpPr>
          <p:cNvPr id="47106" name="Rectangle 2">
            <a:extLst>
              <a:ext uri="{FF2B5EF4-FFF2-40B4-BE49-F238E27FC236}">
                <a16:creationId xmlns:a16="http://schemas.microsoft.com/office/drawing/2014/main" xmlns="" id="{E85D203D-7E0E-4F57-8009-F80B1E31246B}"/>
              </a:ext>
            </a:extLst>
          </p:cNvPr>
          <p:cNvSpPr>
            <a:spLocks noGrp="1" noRot="1" noChangeAspect="1" noChangeArrowheads="1" noTextEdit="1"/>
          </p:cNvSpPr>
          <p:nvPr>
            <p:ph type="sldImg"/>
          </p:nvPr>
        </p:nvSpPr>
        <p:spPr>
          <a:ln/>
        </p:spPr>
      </p:sp>
      <p:sp>
        <p:nvSpPr>
          <p:cNvPr id="47107" name="Rectangle 3">
            <a:extLst>
              <a:ext uri="{FF2B5EF4-FFF2-40B4-BE49-F238E27FC236}">
                <a16:creationId xmlns:a16="http://schemas.microsoft.com/office/drawing/2014/main" xmlns="" id="{D95B1038-638A-4103-921C-07BDD4B5E0E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552556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7">
            <a:extLst>
              <a:ext uri="{FF2B5EF4-FFF2-40B4-BE49-F238E27FC236}">
                <a16:creationId xmlns:a16="http://schemas.microsoft.com/office/drawing/2014/main" xmlns="" id="{22EB1867-0095-4101-A1F2-DD9048FEFCD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BFEF77C4-7441-4E7E-9E04-4CDD5427067B}" type="slidenum">
              <a:rPr lang="en-US" altLang="en-US">
                <a:latin typeface="Arial" panose="020B0604020202020204" pitchFamily="34" charset="0"/>
                <a:cs typeface="Arial" panose="020B0604020202020204" pitchFamily="34" charset="0"/>
              </a:rPr>
              <a:pPr/>
              <a:t>20</a:t>
            </a:fld>
            <a:endParaRPr lang="en-US" altLang="en-US">
              <a:latin typeface="Arial" panose="020B0604020202020204" pitchFamily="34" charset="0"/>
              <a:cs typeface="Arial" panose="020B0604020202020204" pitchFamily="34" charset="0"/>
            </a:endParaRPr>
          </a:p>
        </p:txBody>
      </p:sp>
      <p:sp>
        <p:nvSpPr>
          <p:cNvPr id="49154" name="Rectangle 2">
            <a:extLst>
              <a:ext uri="{FF2B5EF4-FFF2-40B4-BE49-F238E27FC236}">
                <a16:creationId xmlns:a16="http://schemas.microsoft.com/office/drawing/2014/main" xmlns="" id="{A15CEE21-E8F8-48BE-AFFD-08F03D7A2E8B}"/>
              </a:ext>
            </a:extLst>
          </p:cNvPr>
          <p:cNvSpPr>
            <a:spLocks noGrp="1" noRot="1" noChangeAspect="1" noChangeArrowheads="1" noTextEdit="1"/>
          </p:cNvSpPr>
          <p:nvPr>
            <p:ph type="sldImg"/>
          </p:nvPr>
        </p:nvSpPr>
        <p:spPr>
          <a:ln/>
        </p:spPr>
      </p:sp>
      <p:sp>
        <p:nvSpPr>
          <p:cNvPr id="49155" name="Rectangle 3">
            <a:extLst>
              <a:ext uri="{FF2B5EF4-FFF2-40B4-BE49-F238E27FC236}">
                <a16:creationId xmlns:a16="http://schemas.microsoft.com/office/drawing/2014/main" xmlns="" id="{458F273D-1E27-4826-B21C-AA808D18521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522380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737C85"/>
                </a:solidFill>
                <a:effectLst/>
                <a:latin typeface="open sans" panose="020B0606030504020204" pitchFamily="34" charset="0"/>
              </a:rPr>
              <a:t>When a use case is depicted as using the functionality of another use case, the relationship between the use cases is named as include or uses relationship.</a:t>
            </a:r>
          </a:p>
          <a:p>
            <a:endParaRPr lang="en-US" dirty="0"/>
          </a:p>
          <a:p>
            <a:r>
              <a:rPr lang="en-US" b="0" i="0" dirty="0">
                <a:solidFill>
                  <a:srgbClr val="161616"/>
                </a:solidFill>
                <a:effectLst/>
                <a:latin typeface="IBM Plex Sans" panose="020B0503050203000203" pitchFamily="34" charset="0"/>
              </a:rPr>
              <a:t>In UML modeling, you can use an extend relationship to specify that one use case (extension) extends the behavior of another use case (base).</a:t>
            </a:r>
            <a:endParaRPr lang="en-US" dirty="0"/>
          </a:p>
        </p:txBody>
      </p:sp>
      <p:sp>
        <p:nvSpPr>
          <p:cNvPr id="4" name="Slide Number Placeholder 3"/>
          <p:cNvSpPr>
            <a:spLocks noGrp="1"/>
          </p:cNvSpPr>
          <p:nvPr>
            <p:ph type="sldNum" sz="quarter" idx="5"/>
          </p:nvPr>
        </p:nvSpPr>
        <p:spPr/>
        <p:txBody>
          <a:bodyPr/>
          <a:lstStyle/>
          <a:p>
            <a:fld id="{60C832EF-FBF9-4A3C-9E79-E7CF53EDF2D0}" type="slidenum">
              <a:rPr lang="en-US" smtClean="0"/>
              <a:t>24</a:t>
            </a:fld>
            <a:endParaRPr lang="en-US"/>
          </a:p>
        </p:txBody>
      </p:sp>
    </p:spTree>
    <p:extLst>
      <p:ext uri="{BB962C8B-B14F-4D97-AF65-F5344CB8AC3E}">
        <p14:creationId xmlns:p14="http://schemas.microsoft.com/office/powerpoint/2010/main" val="7327503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Rectangle 7"/>
          <p:cNvSpPr>
            <a:spLocks noGrp="1" noChangeArrowheads="1"/>
          </p:cNvSpPr>
          <p:nvPr>
            <p:ph type="sldNum" sz="quarter" idx="5"/>
          </p:nvPr>
        </p:nvSpPr>
        <p:spPr bwMode="auto">
          <a:noFill/>
          <a:ln>
            <a:miter lim="800000"/>
            <a:headEnd/>
            <a:tailEnd/>
          </a:ln>
        </p:spPr>
        <p:txBody>
          <a:bodyPr/>
          <a:lstStyle/>
          <a:p>
            <a:fld id="{03C3CBEB-C776-43AA-A4E6-25CB6EB31C1F}" type="slidenum">
              <a:rPr lang="en-US" smtClean="0"/>
              <a:pPr/>
              <a:t>40</a:t>
            </a:fld>
            <a:endParaRPr lang="en-US"/>
          </a:p>
        </p:txBody>
      </p:sp>
      <p:sp>
        <p:nvSpPr>
          <p:cNvPr id="165891"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65892" name="Rectangle 3"/>
          <p:cNvSpPr>
            <a:spLocks noGrp="1" noChangeArrowheads="1"/>
          </p:cNvSpPr>
          <p:nvPr>
            <p:ph type="body" idx="1"/>
          </p:nvPr>
        </p:nvSpPr>
        <p:spPr bwMode="auto">
          <a:noFill/>
        </p:spPr>
        <p:txBody>
          <a:bodyPr/>
          <a:lstStyle/>
          <a:p>
            <a:endParaRPr lang="en-US" b="1" dirty="0">
              <a:ea typeface="ＭＳ Ｐゴシック" pitchFamily="34" charset="-128"/>
            </a:endParaRPr>
          </a:p>
        </p:txBody>
      </p:sp>
    </p:spTree>
    <p:extLst>
      <p:ext uri="{BB962C8B-B14F-4D97-AF65-F5344CB8AC3E}">
        <p14:creationId xmlns:p14="http://schemas.microsoft.com/office/powerpoint/2010/main" val="367059992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Rectangle 7"/>
          <p:cNvSpPr>
            <a:spLocks noGrp="1" noChangeArrowheads="1"/>
          </p:cNvSpPr>
          <p:nvPr>
            <p:ph type="sldNum" sz="quarter" idx="5"/>
          </p:nvPr>
        </p:nvSpPr>
        <p:spPr bwMode="auto">
          <a:noFill/>
          <a:ln>
            <a:miter lim="800000"/>
            <a:headEnd/>
            <a:tailEnd/>
          </a:ln>
        </p:spPr>
        <p:txBody>
          <a:bodyPr/>
          <a:lstStyle/>
          <a:p>
            <a:fld id="{C42D83E1-8FFE-4A3D-8E34-9F8B0CC29045}" type="slidenum">
              <a:rPr lang="en-US" smtClean="0"/>
              <a:pPr/>
              <a:t>41</a:t>
            </a:fld>
            <a:endParaRPr lang="en-US"/>
          </a:p>
        </p:txBody>
      </p:sp>
      <p:sp>
        <p:nvSpPr>
          <p:cNvPr id="166915"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66916" name="Rectangle 3"/>
          <p:cNvSpPr>
            <a:spLocks noGrp="1" noChangeArrowheads="1"/>
          </p:cNvSpPr>
          <p:nvPr>
            <p:ph type="body" idx="1"/>
          </p:nvPr>
        </p:nvSpPr>
        <p:spPr bwMode="auto">
          <a:noFill/>
        </p:spPr>
        <p:txBody>
          <a:bodyPr/>
          <a:lstStyle/>
          <a:p>
            <a:endParaRPr lang="en-GB">
              <a:ea typeface="ＭＳ Ｐゴシック" pitchFamily="34" charset="-128"/>
            </a:endParaRPr>
          </a:p>
        </p:txBody>
      </p:sp>
    </p:spTree>
    <p:extLst>
      <p:ext uri="{BB962C8B-B14F-4D97-AF65-F5344CB8AC3E}">
        <p14:creationId xmlns:p14="http://schemas.microsoft.com/office/powerpoint/2010/main" val="22659002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Slide Image Placeholder 1"/>
          <p:cNvSpPr>
            <a:spLocks noGrp="1" noRot="1" noChangeAspect="1" noTextEdit="1"/>
          </p:cNvSpPr>
          <p:nvPr>
            <p:ph type="sldImg"/>
          </p:nvPr>
        </p:nvSpPr>
        <p:spPr bwMode="auto">
          <a:noFill/>
          <a:ln>
            <a:solidFill>
              <a:srgbClr val="000000"/>
            </a:solidFill>
            <a:miter lim="800000"/>
            <a:headEnd/>
            <a:tailEnd/>
          </a:ln>
        </p:spPr>
      </p:sp>
      <p:sp>
        <p:nvSpPr>
          <p:cNvPr id="167939" name="Notes Placeholder 2"/>
          <p:cNvSpPr>
            <a:spLocks noGrp="1"/>
          </p:cNvSpPr>
          <p:nvPr>
            <p:ph type="body" idx="1"/>
          </p:nvPr>
        </p:nvSpPr>
        <p:spPr bwMode="auto">
          <a:noFill/>
        </p:spPr>
        <p:txBody>
          <a:bodyPr/>
          <a:lstStyle/>
          <a:p>
            <a:endParaRPr lang="en-GB">
              <a:ea typeface="ＭＳ Ｐゴシック" pitchFamily="34" charset="-128"/>
            </a:endParaRPr>
          </a:p>
        </p:txBody>
      </p:sp>
      <p:sp>
        <p:nvSpPr>
          <p:cNvPr id="167940" name="Slide Number Placeholder 3"/>
          <p:cNvSpPr>
            <a:spLocks noGrp="1"/>
          </p:cNvSpPr>
          <p:nvPr>
            <p:ph type="sldNum" sz="quarter" idx="5"/>
          </p:nvPr>
        </p:nvSpPr>
        <p:spPr bwMode="auto">
          <a:noFill/>
          <a:ln>
            <a:miter lim="800000"/>
            <a:headEnd/>
            <a:tailEnd/>
          </a:ln>
        </p:spPr>
        <p:txBody>
          <a:bodyPr/>
          <a:lstStyle/>
          <a:p>
            <a:fld id="{39F8BBC6-969C-4168-86EF-4604C1D7662C}" type="slidenum">
              <a:rPr lang="en-GB" smtClean="0"/>
              <a:pPr/>
              <a:t>42</a:t>
            </a:fld>
            <a:endParaRPr lang="en-GB"/>
          </a:p>
        </p:txBody>
      </p:sp>
    </p:spTree>
    <p:extLst>
      <p:ext uri="{BB962C8B-B14F-4D97-AF65-F5344CB8AC3E}">
        <p14:creationId xmlns:p14="http://schemas.microsoft.com/office/powerpoint/2010/main" val="26145807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xmlns="" id="{AB26B142-ACFB-5E47-BE4F-30B22F29FC88}"/>
              </a:ext>
            </a:extLst>
          </p:cNvPr>
          <p:cNvSpPr>
            <a:spLocks noGrp="1" noChangeArrowheads="1"/>
          </p:cNvSpPr>
          <p:nvPr>
            <p:ph type="sldNum" sz="quarter" idx="5"/>
          </p:nvPr>
        </p:nvSpPr>
        <p:spPr>
          <a:ln/>
        </p:spPr>
        <p:txBody>
          <a:bodyPr/>
          <a:lstStyle/>
          <a:p>
            <a:fld id="{3116E002-C3AF-8845-8583-791C9AF56636}" type="slidenum">
              <a:rPr lang="en-US" altLang="en-US"/>
              <a:pPr/>
              <a:t>48</a:t>
            </a:fld>
            <a:endParaRPr lang="en-US" altLang="en-US"/>
          </a:p>
        </p:txBody>
      </p:sp>
      <p:sp>
        <p:nvSpPr>
          <p:cNvPr id="293890" name="Rectangle 2">
            <a:extLst>
              <a:ext uri="{FF2B5EF4-FFF2-40B4-BE49-F238E27FC236}">
                <a16:creationId xmlns:a16="http://schemas.microsoft.com/office/drawing/2014/main" xmlns="" id="{9E188BA5-A599-B945-839B-5F0AD7117B9F}"/>
              </a:ext>
            </a:extLst>
          </p:cNvPr>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293891" name="Rectangle 3">
            <a:extLst>
              <a:ext uri="{FF2B5EF4-FFF2-40B4-BE49-F238E27FC236}">
                <a16:creationId xmlns:a16="http://schemas.microsoft.com/office/drawing/2014/main" xmlns="" id="{914BEEE8-79A4-CC48-B4B7-E2D1322C43DE}"/>
              </a:ext>
            </a:extLst>
          </p:cNvPr>
          <p:cNvSpPr>
            <a:spLocks noGrp="1" noChangeArrowheads="1"/>
          </p:cNvSpPr>
          <p:nvPr>
            <p:ph type="body" idx="1"/>
          </p:nvPr>
        </p:nvSpPr>
        <p:spPr bwMode="auto">
          <a:xfrm>
            <a:off x="685800" y="4343400"/>
            <a:ext cx="5486400" cy="4114800"/>
          </a:xfrm>
          <a:prstGeom prst="rect">
            <a:avLst/>
          </a:prstGeom>
          <a:solidFill>
            <a:srgbClr val="FFFFFF"/>
          </a:solidFill>
          <a:ln>
            <a:solidFill>
              <a:srgbClr val="000000"/>
            </a:solidFill>
            <a:miter lim="800000"/>
            <a:headEnd/>
            <a:tailEnd/>
          </a:ln>
        </p:spPr>
        <p:txBody>
          <a:bodyPr/>
          <a:lstStyle/>
          <a:p>
            <a:endParaRPr lang="en-US" altLang="en-US"/>
          </a:p>
        </p:txBody>
      </p:sp>
    </p:spTree>
    <p:extLst>
      <p:ext uri="{BB962C8B-B14F-4D97-AF65-F5344CB8AC3E}">
        <p14:creationId xmlns:p14="http://schemas.microsoft.com/office/powerpoint/2010/main" val="6558205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Primary Flow: Description of the sequence of activities in the most commonly completed path or flow. It is the most routine path from pre to post conditions.</a:t>
            </a:r>
          </a:p>
          <a:p>
            <a:endParaRPr lang="en-US" dirty="0"/>
          </a:p>
          <a:p>
            <a:r>
              <a:rPr lang="en-US" dirty="0"/>
              <a:t>Alternate Course of Action: List the less common sequences that get to the post conditions</a:t>
            </a:r>
          </a:p>
        </p:txBody>
      </p:sp>
      <p:sp>
        <p:nvSpPr>
          <p:cNvPr id="4" name="Slide Number Placeholder 3"/>
          <p:cNvSpPr>
            <a:spLocks noGrp="1"/>
          </p:cNvSpPr>
          <p:nvPr>
            <p:ph type="sldNum" sz="quarter" idx="5"/>
          </p:nvPr>
        </p:nvSpPr>
        <p:spPr/>
        <p:txBody>
          <a:bodyPr/>
          <a:lstStyle/>
          <a:p>
            <a:fld id="{60C832EF-FBF9-4A3C-9E79-E7CF53EDF2D0}" type="slidenum">
              <a:rPr lang="en-US" smtClean="0"/>
              <a:t>49</a:t>
            </a:fld>
            <a:endParaRPr lang="en-US"/>
          </a:p>
        </p:txBody>
      </p:sp>
    </p:spTree>
    <p:extLst>
      <p:ext uri="{BB962C8B-B14F-4D97-AF65-F5344CB8AC3E}">
        <p14:creationId xmlns:p14="http://schemas.microsoft.com/office/powerpoint/2010/main" val="382241434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0C832EF-FBF9-4A3C-9E79-E7CF53EDF2D0}" type="slidenum">
              <a:rPr lang="en-US" smtClean="0"/>
              <a:t>50</a:t>
            </a:fld>
            <a:endParaRPr lang="en-US"/>
          </a:p>
        </p:txBody>
      </p:sp>
    </p:spTree>
    <p:extLst>
      <p:ext uri="{BB962C8B-B14F-4D97-AF65-F5344CB8AC3E}">
        <p14:creationId xmlns:p14="http://schemas.microsoft.com/office/powerpoint/2010/main" val="183307367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0C832EF-FBF9-4A3C-9E79-E7CF53EDF2D0}" type="slidenum">
              <a:rPr lang="en-US" smtClean="0"/>
              <a:t>51</a:t>
            </a:fld>
            <a:endParaRPr lang="en-US"/>
          </a:p>
        </p:txBody>
      </p:sp>
    </p:spTree>
    <p:extLst>
      <p:ext uri="{BB962C8B-B14F-4D97-AF65-F5344CB8AC3E}">
        <p14:creationId xmlns:p14="http://schemas.microsoft.com/office/powerpoint/2010/main" val="408004042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0C832EF-FBF9-4A3C-9E79-E7CF53EDF2D0}" type="slidenum">
              <a:rPr lang="en-US" smtClean="0"/>
              <a:t>52</a:t>
            </a:fld>
            <a:endParaRPr lang="en-US"/>
          </a:p>
        </p:txBody>
      </p:sp>
    </p:spTree>
    <p:extLst>
      <p:ext uri="{BB962C8B-B14F-4D97-AF65-F5344CB8AC3E}">
        <p14:creationId xmlns:p14="http://schemas.microsoft.com/office/powerpoint/2010/main" val="15827479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AE29635C-637A-4A2D-9F64-7E3D79813BE5}" type="datetime1">
              <a:rPr lang="en-US" smtClean="0"/>
              <a:t>9/1/2025</a:t>
            </a:fld>
            <a:endParaRPr lang="en-US"/>
          </a:p>
        </p:txBody>
      </p:sp>
      <p:sp>
        <p:nvSpPr>
          <p:cNvPr id="5" name="Footer Placeholder 4"/>
          <p:cNvSpPr>
            <a:spLocks noGrp="1"/>
          </p:cNvSpPr>
          <p:nvPr>
            <p:ph type="ftr" sz="quarter" idx="11"/>
          </p:nvPr>
        </p:nvSpPr>
        <p:spPr/>
        <p:txBody>
          <a:bodyPr/>
          <a:lstStyle/>
          <a:p>
            <a:r>
              <a:rPr lang="en-US"/>
              <a:t>Lecture 08 -OOAD</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7836549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lgn="l">
              <a:defRPr sz="3300" b="1">
                <a:latin typeface="Arial" panose="020B0604020202020204" pitchFamily="34" charset="0"/>
                <a:cs typeface="Arial" panose="020B0604020202020204" pitchFamily="34" charset="0"/>
              </a:defRPr>
            </a:lvl1pPr>
          </a:lstStyle>
          <a:p>
            <a:r>
              <a:rPr lang="en-US" dirty="0"/>
              <a:t>Click to edit Master title style</a:t>
            </a:r>
          </a:p>
        </p:txBody>
      </p:sp>
      <p:sp>
        <p:nvSpPr>
          <p:cNvPr id="3" name="Content Placeholder 2"/>
          <p:cNvSpPr>
            <a:spLocks noGrp="1"/>
          </p:cNvSpPr>
          <p:nvPr>
            <p:ph idx="1"/>
          </p:nvPr>
        </p:nvSpPr>
        <p:spPr/>
        <p:txBody>
          <a:bodyPr/>
          <a:lstStyle>
            <a:lvl1pPr>
              <a:defRPr sz="2400"/>
            </a:lvl1pPr>
            <a:lvl2pPr>
              <a:defRPr sz="2400"/>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8820624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E9091E8-82B5-4BA6-B659-75226E01F0D0}" type="datetime1">
              <a:rPr lang="en-US" smtClean="0"/>
              <a:t>9/1/2025</a:t>
            </a:fld>
            <a:endParaRPr lang="en-US"/>
          </a:p>
        </p:txBody>
      </p:sp>
      <p:sp>
        <p:nvSpPr>
          <p:cNvPr id="5" name="Footer Placeholder 4"/>
          <p:cNvSpPr>
            <a:spLocks noGrp="1"/>
          </p:cNvSpPr>
          <p:nvPr>
            <p:ph type="ftr" sz="quarter" idx="11"/>
          </p:nvPr>
        </p:nvSpPr>
        <p:spPr/>
        <p:txBody>
          <a:bodyPr/>
          <a:lstStyle/>
          <a:p>
            <a:r>
              <a:rPr lang="en-US"/>
              <a:t>Lecture 08 -OOAD</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673623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93706FD-EAAB-463B-8E9C-1FD2891B1D7D}" type="datetime1">
              <a:rPr lang="en-US" smtClean="0"/>
              <a:t>9/1/2025</a:t>
            </a:fld>
            <a:endParaRPr lang="en-US"/>
          </a:p>
        </p:txBody>
      </p:sp>
      <p:sp>
        <p:nvSpPr>
          <p:cNvPr id="6" name="Footer Placeholder 5"/>
          <p:cNvSpPr>
            <a:spLocks noGrp="1"/>
          </p:cNvSpPr>
          <p:nvPr>
            <p:ph type="ftr" sz="quarter" idx="11"/>
          </p:nvPr>
        </p:nvSpPr>
        <p:spPr/>
        <p:txBody>
          <a:bodyPr/>
          <a:lstStyle/>
          <a:p>
            <a:r>
              <a:rPr lang="en-US"/>
              <a:t>Lecture 08 -OOAD</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2269485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7D69177-9D11-4FD0-8B92-3D37D8F55F21}" type="datetime1">
              <a:rPr lang="en-US" smtClean="0"/>
              <a:t>9/1/2025</a:t>
            </a:fld>
            <a:endParaRPr lang="en-US"/>
          </a:p>
        </p:txBody>
      </p:sp>
      <p:sp>
        <p:nvSpPr>
          <p:cNvPr id="8" name="Footer Placeholder 7"/>
          <p:cNvSpPr>
            <a:spLocks noGrp="1"/>
          </p:cNvSpPr>
          <p:nvPr>
            <p:ph type="ftr" sz="quarter" idx="11"/>
          </p:nvPr>
        </p:nvSpPr>
        <p:spPr/>
        <p:txBody>
          <a:bodyPr/>
          <a:lstStyle/>
          <a:p>
            <a:r>
              <a:rPr lang="en-US"/>
              <a:t>Lecture 08 -OOAD</a:t>
            </a:r>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7558985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BBEBCD2-EF02-402B-95CC-B878F21BD841}" type="datetime1">
              <a:rPr lang="en-US" smtClean="0"/>
              <a:t>9/1/2025</a:t>
            </a:fld>
            <a:endParaRPr lang="en-US"/>
          </a:p>
        </p:txBody>
      </p:sp>
      <p:sp>
        <p:nvSpPr>
          <p:cNvPr id="4" name="Footer Placeholder 3"/>
          <p:cNvSpPr>
            <a:spLocks noGrp="1"/>
          </p:cNvSpPr>
          <p:nvPr>
            <p:ph type="ftr" sz="quarter" idx="11"/>
          </p:nvPr>
        </p:nvSpPr>
        <p:spPr/>
        <p:txBody>
          <a:bodyPr/>
          <a:lstStyle/>
          <a:p>
            <a:r>
              <a:rPr lang="en-US"/>
              <a:t>Lecture 08 -OOAD</a:t>
            </a:r>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8389255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492A07-9FAA-4F81-9B5E-9BCD63744365}" type="datetime1">
              <a:rPr lang="en-US" smtClean="0"/>
              <a:t>9/1/2025</a:t>
            </a:fld>
            <a:endParaRPr lang="en-US"/>
          </a:p>
        </p:txBody>
      </p:sp>
      <p:sp>
        <p:nvSpPr>
          <p:cNvPr id="3" name="Footer Placeholder 2"/>
          <p:cNvSpPr>
            <a:spLocks noGrp="1"/>
          </p:cNvSpPr>
          <p:nvPr>
            <p:ph type="ftr" sz="quarter" idx="11"/>
          </p:nvPr>
        </p:nvSpPr>
        <p:spPr/>
        <p:txBody>
          <a:bodyPr/>
          <a:lstStyle/>
          <a:p>
            <a:r>
              <a:rPr lang="en-US"/>
              <a:t>Lecture 08 -OOAD</a:t>
            </a:r>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9426891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106AC56-E4DF-4D81-B1FC-4E10BA27D13E}" type="datetime1">
              <a:rPr lang="en-US" smtClean="0"/>
              <a:t>9/1/2025</a:t>
            </a:fld>
            <a:endParaRPr lang="en-US"/>
          </a:p>
        </p:txBody>
      </p:sp>
      <p:sp>
        <p:nvSpPr>
          <p:cNvPr id="6" name="Footer Placeholder 5"/>
          <p:cNvSpPr>
            <a:spLocks noGrp="1"/>
          </p:cNvSpPr>
          <p:nvPr>
            <p:ph type="ftr" sz="quarter" idx="11"/>
          </p:nvPr>
        </p:nvSpPr>
        <p:spPr/>
        <p:txBody>
          <a:bodyPr/>
          <a:lstStyle/>
          <a:p>
            <a:r>
              <a:rPr lang="en-US"/>
              <a:t>Lecture 08 -OOAD</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978834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8B820D9-3DD0-4614-9AE1-A9CCC2A4AAC3}" type="datetime1">
              <a:rPr lang="en-US" smtClean="0"/>
              <a:t>9/1/2025</a:t>
            </a:fld>
            <a:endParaRPr lang="en-US"/>
          </a:p>
        </p:txBody>
      </p:sp>
      <p:sp>
        <p:nvSpPr>
          <p:cNvPr id="6" name="Footer Placeholder 5"/>
          <p:cNvSpPr>
            <a:spLocks noGrp="1"/>
          </p:cNvSpPr>
          <p:nvPr>
            <p:ph type="ftr" sz="quarter" idx="11"/>
          </p:nvPr>
        </p:nvSpPr>
        <p:spPr/>
        <p:txBody>
          <a:bodyPr/>
          <a:lstStyle/>
          <a:p>
            <a:r>
              <a:rPr lang="en-US"/>
              <a:t>Lecture 08 -OOAD</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1573662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C3F0CF6-C637-4BAC-A111-1C163CB12B89}" type="datetime1">
              <a:rPr lang="en-US" smtClean="0"/>
              <a:t>9/1/2025</a:t>
            </a:fld>
            <a:endParaRPr lang="en-US"/>
          </a:p>
        </p:txBody>
      </p:sp>
      <p:sp>
        <p:nvSpPr>
          <p:cNvPr id="5" name="Footer Placeholder 4"/>
          <p:cNvSpPr>
            <a:spLocks noGrp="1"/>
          </p:cNvSpPr>
          <p:nvPr>
            <p:ph type="ftr" sz="quarter" idx="11"/>
          </p:nvPr>
        </p:nvSpPr>
        <p:spPr/>
        <p:txBody>
          <a:bodyPr/>
          <a:lstStyle/>
          <a:p>
            <a:r>
              <a:rPr lang="en-US"/>
              <a:t>Lecture 08 -OOAD</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5562859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BB16E61-860C-42C2-BE49-5EC3E2D31DE2}" type="datetime1">
              <a:rPr lang="en-US" smtClean="0"/>
              <a:t>9/1/2025</a:t>
            </a:fld>
            <a:endParaRPr lang="en-US"/>
          </a:p>
        </p:txBody>
      </p:sp>
      <p:sp>
        <p:nvSpPr>
          <p:cNvPr id="5" name="Footer Placeholder 4"/>
          <p:cNvSpPr>
            <a:spLocks noGrp="1"/>
          </p:cNvSpPr>
          <p:nvPr>
            <p:ph type="ftr" sz="quarter" idx="11"/>
          </p:nvPr>
        </p:nvSpPr>
        <p:spPr/>
        <p:txBody>
          <a:bodyPr/>
          <a:lstStyle/>
          <a:p>
            <a:r>
              <a:rPr lang="en-US"/>
              <a:t>Lecture 08 -OOAD</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1464639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92EB3E1-AE3C-4892-8E86-EC936E9AD7EF}" type="datetime1">
              <a:rPr lang="en-US" smtClean="0"/>
              <a:t>9/1/2025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Lecture 08 -OOAD</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1297201979"/>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sldNum="0"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4.png"/><Relationship Id="rId18" Type="http://schemas.openxmlformats.org/officeDocument/2006/relationships/image" Target="../media/image19.png"/><Relationship Id="rId3" Type="http://schemas.openxmlformats.org/officeDocument/2006/relationships/image" Target="../media/image4.png"/><Relationship Id="rId21" Type="http://schemas.openxmlformats.org/officeDocument/2006/relationships/image" Target="../media/image22.png"/><Relationship Id="rId7" Type="http://schemas.openxmlformats.org/officeDocument/2006/relationships/image" Target="../media/image8.png"/><Relationship Id="rId12" Type="http://schemas.openxmlformats.org/officeDocument/2006/relationships/image" Target="../media/image13.png"/><Relationship Id="rId17" Type="http://schemas.openxmlformats.org/officeDocument/2006/relationships/image" Target="../media/image18.png"/><Relationship Id="rId2" Type="http://schemas.openxmlformats.org/officeDocument/2006/relationships/notesSlide" Target="../notesSlides/notesSlide6.xml"/><Relationship Id="rId16" Type="http://schemas.openxmlformats.org/officeDocument/2006/relationships/image" Target="../media/image17.png"/><Relationship Id="rId20" Type="http://schemas.openxmlformats.org/officeDocument/2006/relationships/image" Target="../media/image21.png"/><Relationship Id="rId1" Type="http://schemas.openxmlformats.org/officeDocument/2006/relationships/slideLayout" Target="../slideLayouts/slideLayout2.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5" Type="http://schemas.openxmlformats.org/officeDocument/2006/relationships/image" Target="../media/image16.png"/><Relationship Id="rId10" Type="http://schemas.openxmlformats.org/officeDocument/2006/relationships/image" Target="../media/image11.png"/><Relationship Id="rId19" Type="http://schemas.openxmlformats.org/officeDocument/2006/relationships/image" Target="../media/image20.png"/><Relationship Id="rId4" Type="http://schemas.openxmlformats.org/officeDocument/2006/relationships/image" Target="../media/image5.png"/><Relationship Id="rId9" Type="http://schemas.openxmlformats.org/officeDocument/2006/relationships/image" Target="../media/image10.png"/><Relationship Id="rId14" Type="http://schemas.openxmlformats.org/officeDocument/2006/relationships/image" Target="../media/image15.png"/></Relationships>
</file>

<file path=ppt/slides/_rels/slide19.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5.tiff"/><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CE0D507-84F3-CD2E-F356-C6B6ECDA3C98}"/>
              </a:ext>
            </a:extLst>
          </p:cNvPr>
          <p:cNvSpPr>
            <a:spLocks noGrp="1"/>
          </p:cNvSpPr>
          <p:nvPr>
            <p:ph type="ctrTitle"/>
          </p:nvPr>
        </p:nvSpPr>
        <p:spPr/>
        <p:txBody>
          <a:bodyPr/>
          <a:lstStyle/>
          <a:p>
            <a:r>
              <a:rPr lang="en-US" dirty="0"/>
              <a:t>UML Modeling</a:t>
            </a:r>
          </a:p>
        </p:txBody>
      </p:sp>
      <p:sp>
        <p:nvSpPr>
          <p:cNvPr id="3" name="Subtitle 2">
            <a:extLst>
              <a:ext uri="{FF2B5EF4-FFF2-40B4-BE49-F238E27FC236}">
                <a16:creationId xmlns:a16="http://schemas.microsoft.com/office/drawing/2014/main" xmlns="" id="{A574FD7D-83CD-4892-069B-5196F4006842}"/>
              </a:ext>
            </a:extLst>
          </p:cNvPr>
          <p:cNvSpPr>
            <a:spLocks noGrp="1"/>
          </p:cNvSpPr>
          <p:nvPr>
            <p:ph type="subTitle" idx="1"/>
          </p:nvPr>
        </p:nvSpPr>
        <p:spPr/>
        <p:txBody>
          <a:bodyPr/>
          <a:lstStyle/>
          <a:p>
            <a:r>
              <a:rPr lang="en-US" dirty="0"/>
              <a:t>Instructor: </a:t>
            </a:r>
            <a:r>
              <a:rPr lang="en-US" dirty="0" smtClean="0"/>
              <a:t>Muhammad </a:t>
            </a:r>
            <a:r>
              <a:rPr lang="en-US" smtClean="0"/>
              <a:t>Zeeshan Nazar</a:t>
            </a:r>
            <a:endParaRPr lang="en-US" dirty="0"/>
          </a:p>
        </p:txBody>
      </p:sp>
    </p:spTree>
    <p:extLst>
      <p:ext uri="{BB962C8B-B14F-4D97-AF65-F5344CB8AC3E}">
        <p14:creationId xmlns:p14="http://schemas.microsoft.com/office/powerpoint/2010/main" val="40481877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3">
            <a:extLst>
              <a:ext uri="{FF2B5EF4-FFF2-40B4-BE49-F238E27FC236}">
                <a16:creationId xmlns:a16="http://schemas.microsoft.com/office/drawing/2014/main" xmlns="" id="{D09380B6-465C-8141-93AF-4590A2732415}"/>
              </a:ext>
            </a:extLst>
          </p:cNvPr>
          <p:cNvSpPr>
            <a:spLocks noGrp="1" noChangeArrowheads="1"/>
          </p:cNvSpPr>
          <p:nvPr>
            <p:ph idx="1"/>
          </p:nvPr>
        </p:nvSpPr>
        <p:spPr/>
        <p:txBody>
          <a:bodyPr rtlCol="0">
            <a:normAutofit fontScale="92500" lnSpcReduction="20000"/>
          </a:bodyPr>
          <a:lstStyle/>
          <a:p>
            <a:pPr algn="just" eaLnBrk="1" fontAlgn="auto" hangingPunct="1">
              <a:spcAft>
                <a:spcPts val="0"/>
              </a:spcAft>
              <a:defRPr/>
            </a:pPr>
            <a:r>
              <a:rPr lang="en-CA" altLang="en-US" sz="1900" dirty="0">
                <a:latin typeface="+mj-lt"/>
                <a:ea typeface="Verdana" panose="020B0604030504040204" pitchFamily="34" charset="0"/>
              </a:rPr>
              <a:t>If the software is large scale, employing perhaps dozens of developers over several years, it is important that all members of the development team </a:t>
            </a:r>
            <a:r>
              <a:rPr lang="en-CA" altLang="en-US" sz="1900" dirty="0">
                <a:solidFill>
                  <a:srgbClr val="0070C0"/>
                </a:solidFill>
                <a:latin typeface="+mj-lt"/>
                <a:ea typeface="Verdana" panose="020B0604030504040204" pitchFamily="34" charset="0"/>
              </a:rPr>
              <a:t>communicate using a common language</a:t>
            </a:r>
            <a:r>
              <a:rPr lang="en-CA" altLang="en-US" sz="1900" dirty="0">
                <a:latin typeface="+mj-lt"/>
                <a:ea typeface="Verdana" panose="020B0604030504040204" pitchFamily="34" charset="0"/>
              </a:rPr>
              <a:t>. </a:t>
            </a:r>
          </a:p>
          <a:p>
            <a:pPr algn="just" eaLnBrk="1" fontAlgn="auto" hangingPunct="1">
              <a:spcAft>
                <a:spcPts val="0"/>
              </a:spcAft>
              <a:defRPr/>
            </a:pPr>
            <a:endParaRPr lang="en-CA" altLang="en-US" sz="1900" dirty="0">
              <a:latin typeface="+mj-lt"/>
              <a:ea typeface="Verdana" panose="020B0604030504040204" pitchFamily="34" charset="0"/>
            </a:endParaRPr>
          </a:p>
          <a:p>
            <a:pPr algn="just" eaLnBrk="1" fontAlgn="auto" hangingPunct="1">
              <a:spcAft>
                <a:spcPts val="0"/>
              </a:spcAft>
              <a:defRPr/>
            </a:pPr>
            <a:r>
              <a:rPr lang="en-CA" altLang="en-US" sz="1900" dirty="0">
                <a:latin typeface="+mj-lt"/>
                <a:ea typeface="Verdana" panose="020B0604030504040204" pitchFamily="34" charset="0"/>
              </a:rPr>
              <a:t>This isn’t meant to imply that they all need to be fluent in </a:t>
            </a:r>
            <a:r>
              <a:rPr lang="en-CA" altLang="en-US" sz="1900" dirty="0">
                <a:solidFill>
                  <a:srgbClr val="0070C0"/>
                </a:solidFill>
                <a:latin typeface="+mj-lt"/>
                <a:ea typeface="Verdana" panose="020B0604030504040204" pitchFamily="34" charset="0"/>
              </a:rPr>
              <a:t>English</a:t>
            </a:r>
            <a:r>
              <a:rPr lang="en-CA" altLang="en-US" sz="1900" dirty="0">
                <a:latin typeface="+mj-lt"/>
                <a:ea typeface="Verdana" panose="020B0604030504040204" pitchFamily="34" charset="0"/>
              </a:rPr>
              <a:t> or </a:t>
            </a:r>
            <a:r>
              <a:rPr lang="en-CA" altLang="en-US" sz="1900" dirty="0">
                <a:solidFill>
                  <a:srgbClr val="0070C0"/>
                </a:solidFill>
                <a:latin typeface="+mj-lt"/>
                <a:ea typeface="Verdana" panose="020B0604030504040204" pitchFamily="34" charset="0"/>
              </a:rPr>
              <a:t>C++, </a:t>
            </a:r>
            <a:r>
              <a:rPr lang="en-CA" altLang="en-US" sz="1900" dirty="0">
                <a:latin typeface="+mj-lt"/>
                <a:ea typeface="Verdana" panose="020B0604030504040204" pitchFamily="34" charset="0"/>
              </a:rPr>
              <a:t>but it does mean that they need to be able to describe their software’s operation and design to another person.</a:t>
            </a:r>
          </a:p>
          <a:p>
            <a:pPr algn="just" eaLnBrk="1" fontAlgn="auto" hangingPunct="1">
              <a:spcAft>
                <a:spcPts val="0"/>
              </a:spcAft>
              <a:defRPr/>
            </a:pPr>
            <a:endParaRPr lang="en-CA" altLang="en-US" sz="1900" dirty="0">
              <a:latin typeface="+mj-lt"/>
              <a:ea typeface="Verdana" panose="020B0604030504040204" pitchFamily="34" charset="0"/>
            </a:endParaRPr>
          </a:p>
          <a:p>
            <a:pPr algn="just" eaLnBrk="1" fontAlgn="auto" hangingPunct="1">
              <a:spcAft>
                <a:spcPts val="0"/>
              </a:spcAft>
              <a:defRPr/>
            </a:pPr>
            <a:r>
              <a:rPr lang="en-CA" altLang="en-US" sz="1900" dirty="0">
                <a:latin typeface="+mj-lt"/>
                <a:ea typeface="Verdana" panose="020B0604030504040204" pitchFamily="34" charset="0"/>
              </a:rPr>
              <a:t>That is, the ideas in the head of say the analyst have to be conveyed to the designer in some way so that he/she can implement that idea in code.</a:t>
            </a:r>
          </a:p>
          <a:p>
            <a:pPr algn="just" eaLnBrk="1" fontAlgn="auto" hangingPunct="1">
              <a:spcAft>
                <a:spcPts val="0"/>
              </a:spcAft>
              <a:defRPr/>
            </a:pPr>
            <a:endParaRPr lang="en-CA" altLang="en-US" sz="1900" dirty="0">
              <a:latin typeface="+mj-lt"/>
              <a:ea typeface="Verdana" panose="020B0604030504040204" pitchFamily="34" charset="0"/>
            </a:endParaRPr>
          </a:p>
          <a:p>
            <a:pPr algn="just" eaLnBrk="1" fontAlgn="auto" hangingPunct="1">
              <a:spcAft>
                <a:spcPts val="0"/>
              </a:spcAft>
              <a:defRPr/>
            </a:pPr>
            <a:r>
              <a:rPr lang="en-CA" altLang="en-US" sz="1900" dirty="0">
                <a:latin typeface="+mj-lt"/>
                <a:ea typeface="Verdana" panose="020B0604030504040204" pitchFamily="34" charset="0"/>
              </a:rPr>
              <a:t>Just as mathematicians use algebra and electronics engineers have evolved circuit notation and theory to describe their ideas, software engineers have evolved their own notation for describing the architecture and behaviour of software system. </a:t>
            </a:r>
          </a:p>
          <a:p>
            <a:pPr algn="just" eaLnBrk="1" fontAlgn="auto" hangingPunct="1">
              <a:spcAft>
                <a:spcPts val="0"/>
              </a:spcAft>
              <a:defRPr/>
            </a:pPr>
            <a:endParaRPr lang="en-CA" altLang="en-US" sz="1900" dirty="0">
              <a:latin typeface="+mj-lt"/>
              <a:ea typeface="Verdana" panose="020B0604030504040204" pitchFamily="34" charset="0"/>
            </a:endParaRPr>
          </a:p>
          <a:p>
            <a:pPr algn="just" eaLnBrk="1" fontAlgn="auto" hangingPunct="1">
              <a:spcAft>
                <a:spcPts val="0"/>
              </a:spcAft>
              <a:defRPr/>
            </a:pPr>
            <a:r>
              <a:rPr lang="en-CA" altLang="en-US" sz="1900" dirty="0">
                <a:latin typeface="+mj-lt"/>
                <a:ea typeface="Verdana" panose="020B0604030504040204" pitchFamily="34" charset="0"/>
              </a:rPr>
              <a:t>That notation is called </a:t>
            </a:r>
            <a:r>
              <a:rPr lang="en-CA" altLang="en-US" sz="1900" dirty="0">
                <a:solidFill>
                  <a:srgbClr val="0070C0"/>
                </a:solidFill>
                <a:latin typeface="+mj-lt"/>
                <a:ea typeface="Verdana" panose="020B0604030504040204" pitchFamily="34" charset="0"/>
              </a:rPr>
              <a:t>UML</a:t>
            </a:r>
            <a:r>
              <a:rPr lang="en-CA" altLang="en-US" sz="1900" dirty="0">
                <a:solidFill>
                  <a:srgbClr val="0000FF"/>
                </a:solidFill>
                <a:latin typeface="+mj-lt"/>
                <a:ea typeface="Verdana" panose="020B0604030504040204" pitchFamily="34" charset="0"/>
              </a:rPr>
              <a:t>. </a:t>
            </a:r>
            <a:r>
              <a:rPr lang="en-CA" altLang="en-US" sz="1900" dirty="0">
                <a:solidFill>
                  <a:srgbClr val="0070C0"/>
                </a:solidFill>
                <a:latin typeface="+mj-lt"/>
                <a:ea typeface="Verdana" panose="020B0604030504040204" pitchFamily="34" charset="0"/>
              </a:rPr>
              <a:t>The Unified Modelling Language</a:t>
            </a:r>
            <a:r>
              <a:rPr lang="en-CA" altLang="en-US" sz="1900" dirty="0">
                <a:latin typeface="+mj-lt"/>
                <a:ea typeface="Verdana" panose="020B0604030504040204" pitchFamily="34" charset="0"/>
              </a:rPr>
              <a:t>. Some might prefer the title Universal Modelling language since it can be used to model many things besides software.</a:t>
            </a:r>
          </a:p>
          <a:p>
            <a:pPr algn="just" eaLnBrk="1" fontAlgn="auto" hangingPunct="1">
              <a:spcAft>
                <a:spcPts val="0"/>
              </a:spcAft>
              <a:defRPr/>
            </a:pPr>
            <a:endParaRPr lang="en-CA" altLang="en-US" sz="1600" dirty="0">
              <a:latin typeface="Verdana" panose="020B0604030504040204" pitchFamily="34" charset="0"/>
              <a:ea typeface="Verdana" panose="020B0604030504040204" pitchFamily="34" charset="0"/>
            </a:endParaRPr>
          </a:p>
        </p:txBody>
      </p:sp>
      <p:sp>
        <p:nvSpPr>
          <p:cNvPr id="20482" name="TextBox 1">
            <a:extLst>
              <a:ext uri="{FF2B5EF4-FFF2-40B4-BE49-F238E27FC236}">
                <a16:creationId xmlns:a16="http://schemas.microsoft.com/office/drawing/2014/main" xmlns="" id="{B9D899ED-7DD4-4433-A8D4-8FA9A1BC20C6}"/>
              </a:ext>
            </a:extLst>
          </p:cNvPr>
          <p:cNvSpPr txBox="1">
            <a:spLocks noChangeArrowheads="1"/>
          </p:cNvSpPr>
          <p:nvPr/>
        </p:nvSpPr>
        <p:spPr bwMode="auto">
          <a:xfrm>
            <a:off x="628650" y="469900"/>
            <a:ext cx="7886700"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CA" altLang="en-US" sz="3300" b="1" dirty="0">
                <a:latin typeface="Arial" panose="020B0604020202020204" pitchFamily="34" charset="0"/>
                <a:ea typeface="Verdana" panose="020B0604030504040204" pitchFamily="34" charset="0"/>
                <a:cs typeface="Arial" panose="020B0604020202020204" pitchFamily="34" charset="0"/>
              </a:rPr>
              <a:t>How are design ideas </a:t>
            </a:r>
            <a:r>
              <a:rPr lang="en-CA" altLang="en-US" sz="3300" b="1" dirty="0">
                <a:solidFill>
                  <a:srgbClr val="0070C0"/>
                </a:solidFill>
                <a:latin typeface="Arial" panose="020B0604020202020204" pitchFamily="34" charset="0"/>
                <a:ea typeface="Verdana" panose="020B0604030504040204" pitchFamily="34" charset="0"/>
                <a:cs typeface="Arial" panose="020B0604020202020204" pitchFamily="34" charset="0"/>
              </a:rPr>
              <a:t>communicated</a:t>
            </a:r>
            <a:r>
              <a:rPr lang="en-CA" altLang="en-US" sz="3300" b="1" dirty="0">
                <a:latin typeface="Arial" panose="020B0604020202020204" pitchFamily="34" charset="0"/>
                <a:ea typeface="Verdana" panose="020B0604030504040204" pitchFamily="34" charset="0"/>
                <a:cs typeface="Arial" panose="020B0604020202020204" pitchFamily="34" charset="0"/>
              </a:rPr>
              <a:t> in a team environment?</a:t>
            </a:r>
          </a:p>
          <a:p>
            <a:pPr eaLnBrk="1" hangingPunct="1"/>
            <a:endParaRPr lang="en-US"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2F13B90-6AD5-425B-B796-A84A8ACD4E5C}"/>
              </a:ext>
            </a:extLst>
          </p:cNvPr>
          <p:cNvSpPr>
            <a:spLocks noGrp="1"/>
          </p:cNvSpPr>
          <p:nvPr>
            <p:ph type="title"/>
          </p:nvPr>
        </p:nvSpPr>
        <p:spPr/>
        <p:txBody>
          <a:bodyPr/>
          <a:lstStyle/>
          <a:p>
            <a:r>
              <a:rPr lang="en-CA" altLang="en-US" sz="3300" b="1" dirty="0">
                <a:latin typeface="Arial" panose="020B0604020202020204" pitchFamily="34" charset="0"/>
                <a:ea typeface="Verdana" panose="020B0604030504040204" pitchFamily="34" charset="0"/>
                <a:cs typeface="Arial" panose="020B0604020202020204" pitchFamily="34" charset="0"/>
              </a:rPr>
              <a:t>What is UML ?</a:t>
            </a:r>
            <a:endParaRPr lang="x-none" dirty="0"/>
          </a:p>
        </p:txBody>
      </p:sp>
      <p:sp>
        <p:nvSpPr>
          <p:cNvPr id="21505" name="Rectangle 3">
            <a:extLst>
              <a:ext uri="{FF2B5EF4-FFF2-40B4-BE49-F238E27FC236}">
                <a16:creationId xmlns:a16="http://schemas.microsoft.com/office/drawing/2014/main" xmlns="" id="{F7FC1BD8-2D4B-41F2-9FE6-119C4B3B1C2E}"/>
              </a:ext>
            </a:extLst>
          </p:cNvPr>
          <p:cNvSpPr>
            <a:spLocks noGrp="1"/>
          </p:cNvSpPr>
          <p:nvPr>
            <p:ph idx="1"/>
          </p:nvPr>
        </p:nvSpPr>
        <p:spPr>
          <a:xfrm>
            <a:off x="457200" y="1219200"/>
            <a:ext cx="8229600" cy="5257800"/>
          </a:xfrm>
        </p:spPr>
        <p:txBody>
          <a:bodyPr>
            <a:normAutofit lnSpcReduction="10000"/>
          </a:bodyPr>
          <a:lstStyle/>
          <a:p>
            <a:pPr marL="0" indent="0" eaLnBrk="1" hangingPunct="1">
              <a:lnSpc>
                <a:spcPct val="80000"/>
              </a:lnSpc>
              <a:buNone/>
            </a:pPr>
            <a:endParaRPr lang="en-CA" altLang="en-US" sz="1800" dirty="0">
              <a:latin typeface="Arial" panose="020B0604020202020204" pitchFamily="34" charset="0"/>
            </a:endParaRPr>
          </a:p>
          <a:p>
            <a:pPr algn="just">
              <a:lnSpc>
                <a:spcPct val="80000"/>
              </a:lnSpc>
            </a:pPr>
            <a:r>
              <a:rPr lang="en-CA" altLang="en-US" sz="2400" dirty="0">
                <a:ea typeface="Verdana" panose="020B0604030504040204" pitchFamily="34" charset="0"/>
                <a:cs typeface="Verdana" panose="020B0604030504040204" pitchFamily="34" charset="0"/>
              </a:rPr>
              <a:t>UML is not a language in the same way that we view programming languages such as C++, Java or Python.</a:t>
            </a:r>
          </a:p>
          <a:p>
            <a:pPr algn="just" eaLnBrk="1" hangingPunct="1">
              <a:lnSpc>
                <a:spcPct val="80000"/>
              </a:lnSpc>
            </a:pPr>
            <a:endParaRPr lang="en-CA" altLang="en-US" sz="2400" dirty="0">
              <a:ea typeface="Verdana" panose="020B0604030504040204" pitchFamily="34" charset="0"/>
              <a:cs typeface="Verdana" panose="020B0604030504040204" pitchFamily="34" charset="0"/>
            </a:endParaRPr>
          </a:p>
          <a:p>
            <a:pPr algn="just" eaLnBrk="1" hangingPunct="1">
              <a:lnSpc>
                <a:spcPct val="80000"/>
              </a:lnSpc>
            </a:pPr>
            <a:r>
              <a:rPr lang="en-CA" altLang="en-US" sz="2400" dirty="0">
                <a:ea typeface="Verdana" panose="020B0604030504040204" pitchFamily="34" charset="0"/>
                <a:cs typeface="Verdana" panose="020B0604030504040204" pitchFamily="34" charset="0"/>
              </a:rPr>
              <a:t>UML is however a language in the sense that it has </a:t>
            </a:r>
            <a:r>
              <a:rPr lang="en-CA" altLang="en-US" sz="2400" dirty="0">
                <a:solidFill>
                  <a:srgbClr val="0070C0"/>
                </a:solidFill>
                <a:ea typeface="Verdana" panose="020B0604030504040204" pitchFamily="34" charset="0"/>
                <a:cs typeface="Verdana" panose="020B0604030504040204" pitchFamily="34" charset="0"/>
              </a:rPr>
              <a:t>syntax</a:t>
            </a:r>
            <a:r>
              <a:rPr lang="en-CA" altLang="en-US" sz="2400" dirty="0">
                <a:ea typeface="Verdana" panose="020B0604030504040204" pitchFamily="34" charset="0"/>
                <a:cs typeface="Verdana" panose="020B0604030504040204" pitchFamily="34" charset="0"/>
              </a:rPr>
              <a:t> and </a:t>
            </a:r>
            <a:r>
              <a:rPr lang="en-CA" altLang="en-US" sz="2400" dirty="0">
                <a:solidFill>
                  <a:srgbClr val="0070C0"/>
                </a:solidFill>
                <a:ea typeface="Verdana" panose="020B0604030504040204" pitchFamily="34" charset="0"/>
                <a:cs typeface="Verdana" panose="020B0604030504040204" pitchFamily="34" charset="0"/>
              </a:rPr>
              <a:t>semantics</a:t>
            </a:r>
            <a:r>
              <a:rPr lang="en-CA" altLang="en-US" sz="2400" dirty="0">
                <a:ea typeface="Verdana" panose="020B0604030504040204" pitchFamily="34" charset="0"/>
                <a:cs typeface="Verdana" panose="020B0604030504040204" pitchFamily="34" charset="0"/>
              </a:rPr>
              <a:t> which convey meaning, understanding and constraints to the reader and thereby allows two people fluent in that language to communicate and understand the intention of the other.</a:t>
            </a:r>
          </a:p>
          <a:p>
            <a:pPr algn="just" eaLnBrk="1" hangingPunct="1">
              <a:lnSpc>
                <a:spcPct val="80000"/>
              </a:lnSpc>
            </a:pPr>
            <a:endParaRPr lang="en-CA" altLang="en-US" sz="2400" dirty="0">
              <a:ea typeface="Verdana" panose="020B0604030504040204" pitchFamily="34" charset="0"/>
              <a:cs typeface="Verdana" panose="020B0604030504040204" pitchFamily="34" charset="0"/>
            </a:endParaRPr>
          </a:p>
          <a:p>
            <a:pPr algn="just" eaLnBrk="1" hangingPunct="1">
              <a:lnSpc>
                <a:spcPct val="80000"/>
              </a:lnSpc>
            </a:pPr>
            <a:r>
              <a:rPr lang="en-CA" altLang="en-US" sz="2400" dirty="0">
                <a:ea typeface="Verdana" panose="020B0604030504040204" pitchFamily="34" charset="0"/>
                <a:cs typeface="Verdana" panose="020B0604030504040204" pitchFamily="34" charset="0"/>
              </a:rPr>
              <a:t>UML represents a collection of </a:t>
            </a:r>
            <a:r>
              <a:rPr lang="en-CA" altLang="en-US" sz="2400" dirty="0">
                <a:solidFill>
                  <a:srgbClr val="0070C0"/>
                </a:solidFill>
                <a:ea typeface="Verdana" panose="020B0604030504040204" pitchFamily="34" charset="0"/>
                <a:cs typeface="Verdana" panose="020B0604030504040204" pitchFamily="34" charset="0"/>
              </a:rPr>
              <a:t>graphical</a:t>
            </a:r>
            <a:r>
              <a:rPr lang="en-CA" altLang="en-US" sz="2400" dirty="0">
                <a:ea typeface="Verdana" panose="020B0604030504040204" pitchFamily="34" charset="0"/>
                <a:cs typeface="Verdana" panose="020B0604030504040204" pitchFamily="34" charset="0"/>
              </a:rPr>
              <a:t> notations to capture </a:t>
            </a:r>
            <a:r>
              <a:rPr lang="en-CA" altLang="en-US" sz="2400" dirty="0">
                <a:solidFill>
                  <a:srgbClr val="0070C0"/>
                </a:solidFill>
                <a:ea typeface="Verdana" panose="020B0604030504040204" pitchFamily="34" charset="0"/>
                <a:cs typeface="Verdana" panose="020B0604030504040204" pitchFamily="34" charset="0"/>
              </a:rPr>
              <a:t>requirements</a:t>
            </a:r>
            <a:r>
              <a:rPr lang="en-CA" altLang="en-US" sz="2400" dirty="0">
                <a:ea typeface="Verdana" panose="020B0604030504040204" pitchFamily="34" charset="0"/>
                <a:cs typeface="Verdana" panose="020B0604030504040204" pitchFamily="34" charset="0"/>
              </a:rPr>
              <a:t> and </a:t>
            </a:r>
            <a:r>
              <a:rPr lang="en-CA" altLang="en-US" sz="2400" dirty="0">
                <a:solidFill>
                  <a:srgbClr val="0070C0"/>
                </a:solidFill>
                <a:ea typeface="Verdana" panose="020B0604030504040204" pitchFamily="34" charset="0"/>
                <a:cs typeface="Verdana" panose="020B0604030504040204" pitchFamily="34" charset="0"/>
              </a:rPr>
              <a:t>design alternatives</a:t>
            </a:r>
            <a:r>
              <a:rPr lang="en-CA" altLang="en-US" sz="2400" dirty="0">
                <a:ea typeface="Verdana" panose="020B0604030504040204" pitchFamily="34" charset="0"/>
                <a:cs typeface="Verdana" panose="020B0604030504040204" pitchFamily="34" charset="0"/>
              </a:rPr>
              <a:t>. </a:t>
            </a:r>
          </a:p>
          <a:p>
            <a:pPr algn="just" eaLnBrk="1" hangingPunct="1">
              <a:lnSpc>
                <a:spcPct val="80000"/>
              </a:lnSpc>
            </a:pPr>
            <a:endParaRPr lang="en-CA" altLang="en-US" sz="2400" dirty="0">
              <a:ea typeface="Verdana" panose="020B0604030504040204" pitchFamily="34" charset="0"/>
              <a:cs typeface="Verdana" panose="020B0604030504040204" pitchFamily="34" charset="0"/>
            </a:endParaRPr>
          </a:p>
          <a:p>
            <a:pPr algn="just" eaLnBrk="1" hangingPunct="1">
              <a:lnSpc>
                <a:spcPct val="80000"/>
              </a:lnSpc>
            </a:pPr>
            <a:r>
              <a:rPr lang="en-CA" altLang="en-US" sz="2400" dirty="0">
                <a:ea typeface="Verdana" panose="020B0604030504040204" pitchFamily="34" charset="0"/>
                <a:cs typeface="Verdana" panose="020B0604030504040204" pitchFamily="34" charset="0"/>
              </a:rPr>
              <a:t>UML is to software engineers what building plans are to an architect and an electrical circuit diagrams is to an electrician. </a:t>
            </a:r>
          </a:p>
          <a:p>
            <a:pPr algn="just" eaLnBrk="1" hangingPunct="1">
              <a:lnSpc>
                <a:spcPct val="80000"/>
              </a:lnSpc>
            </a:pPr>
            <a:endParaRPr lang="en-CA" altLang="en-US" sz="2400" dirty="0">
              <a:ea typeface="Verdana" panose="020B0604030504040204" pitchFamily="34" charset="0"/>
              <a:cs typeface="Verdana" panose="020B0604030504040204" pitchFamily="34" charset="0"/>
            </a:endParaRPr>
          </a:p>
          <a:p>
            <a:pPr algn="just" eaLnBrk="1" hangingPunct="1">
              <a:lnSpc>
                <a:spcPct val="80000"/>
              </a:lnSpc>
            </a:pPr>
            <a:r>
              <a:rPr lang="en-CA" altLang="en-US" sz="2400" dirty="0">
                <a:ea typeface="Verdana" panose="020B0604030504040204" pitchFamily="34" charset="0"/>
                <a:cs typeface="Verdana" panose="020B0604030504040204" pitchFamily="34" charset="0"/>
              </a:rPr>
              <a:t>UML is suitable for large scale projects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61800C4-BD8A-A203-5FCB-E649595BFB98}"/>
              </a:ext>
            </a:extLst>
          </p:cNvPr>
          <p:cNvSpPr>
            <a:spLocks noGrp="1"/>
          </p:cNvSpPr>
          <p:nvPr>
            <p:ph type="title"/>
          </p:nvPr>
        </p:nvSpPr>
        <p:spPr/>
        <p:txBody>
          <a:bodyPr/>
          <a:lstStyle/>
          <a:p>
            <a:r>
              <a:rPr lang="en-US" dirty="0"/>
              <a:t>Models and Multiple Views</a:t>
            </a:r>
          </a:p>
        </p:txBody>
      </p:sp>
      <p:sp>
        <p:nvSpPr>
          <p:cNvPr id="3" name="Content Placeholder 2">
            <a:extLst>
              <a:ext uri="{FF2B5EF4-FFF2-40B4-BE49-F238E27FC236}">
                <a16:creationId xmlns:a16="http://schemas.microsoft.com/office/drawing/2014/main" xmlns="" id="{ECA2F197-F082-AA5C-1ACD-C5C56191FD99}"/>
              </a:ext>
            </a:extLst>
          </p:cNvPr>
          <p:cNvSpPr>
            <a:spLocks noGrp="1"/>
          </p:cNvSpPr>
          <p:nvPr>
            <p:ph idx="1"/>
          </p:nvPr>
        </p:nvSpPr>
        <p:spPr/>
        <p:txBody>
          <a:bodyPr>
            <a:normAutofit/>
          </a:bodyPr>
          <a:lstStyle/>
          <a:p>
            <a:pPr algn="just"/>
            <a:r>
              <a:rPr lang="en-US" dirty="0">
                <a:latin typeface="+mj-lt"/>
              </a:rPr>
              <a:t>UML is used to </a:t>
            </a:r>
            <a:r>
              <a:rPr lang="en-US" b="1" dirty="0">
                <a:latin typeface="+mj-lt"/>
              </a:rPr>
              <a:t>model</a:t>
            </a:r>
            <a:r>
              <a:rPr lang="en-US" dirty="0">
                <a:latin typeface="+mj-lt"/>
              </a:rPr>
              <a:t> (i.e., represent) the system being built.</a:t>
            </a:r>
          </a:p>
          <a:p>
            <a:pPr algn="just"/>
            <a:r>
              <a:rPr lang="en-US" dirty="0">
                <a:latin typeface="+mj-lt"/>
              </a:rPr>
              <a:t>It is impossible to capture all the subtle details of a complex software system in just one large diagram. </a:t>
            </a:r>
          </a:p>
          <a:p>
            <a:pPr algn="just"/>
            <a:r>
              <a:rPr lang="en-US" dirty="0">
                <a:latin typeface="+mj-lt"/>
              </a:rPr>
              <a:t>The UML has numerous types of diagrams, each providing a certain view of your system</a:t>
            </a:r>
          </a:p>
        </p:txBody>
      </p:sp>
    </p:spTree>
    <p:extLst>
      <p:ext uri="{BB962C8B-B14F-4D97-AF65-F5344CB8AC3E}">
        <p14:creationId xmlns:p14="http://schemas.microsoft.com/office/powerpoint/2010/main" val="7191554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EEF8960-2040-7BBB-86BA-6AAFA1408545}"/>
              </a:ext>
            </a:extLst>
          </p:cNvPr>
          <p:cNvSpPr>
            <a:spLocks noGrp="1"/>
          </p:cNvSpPr>
          <p:nvPr>
            <p:ph type="title"/>
          </p:nvPr>
        </p:nvSpPr>
        <p:spPr/>
        <p:txBody>
          <a:bodyPr/>
          <a:lstStyle/>
          <a:p>
            <a:r>
              <a:rPr lang="en-US" dirty="0"/>
              <a:t>Diagram Taxonomy</a:t>
            </a:r>
          </a:p>
        </p:txBody>
      </p:sp>
      <p:sp>
        <p:nvSpPr>
          <p:cNvPr id="3" name="Content Placeholder 2">
            <a:extLst>
              <a:ext uri="{FF2B5EF4-FFF2-40B4-BE49-F238E27FC236}">
                <a16:creationId xmlns:a16="http://schemas.microsoft.com/office/drawing/2014/main" xmlns="" id="{AC80A77A-669C-B3BD-DF4E-609DC8EC28D4}"/>
              </a:ext>
            </a:extLst>
          </p:cNvPr>
          <p:cNvSpPr>
            <a:spLocks noGrp="1"/>
          </p:cNvSpPr>
          <p:nvPr>
            <p:ph idx="1"/>
          </p:nvPr>
        </p:nvSpPr>
        <p:spPr/>
        <p:txBody>
          <a:bodyPr>
            <a:normAutofit/>
          </a:bodyPr>
          <a:lstStyle/>
          <a:p>
            <a:pPr algn="just"/>
            <a:r>
              <a:rPr lang="en-US" dirty="0"/>
              <a:t>UML diagrams can be classified into two groups: </a:t>
            </a:r>
            <a:r>
              <a:rPr lang="en-US" b="1" dirty="0"/>
              <a:t>structure diagrams</a:t>
            </a:r>
            <a:r>
              <a:rPr lang="en-US" dirty="0"/>
              <a:t> and </a:t>
            </a:r>
            <a:r>
              <a:rPr lang="en-US" b="1" dirty="0"/>
              <a:t>behavior diagrams.</a:t>
            </a:r>
          </a:p>
          <a:p>
            <a:pPr algn="just"/>
            <a:r>
              <a:rPr lang="en-US" dirty="0"/>
              <a:t>System complexity is driven both by the number and organization of elements in the system (i.e., structure) and the way all these elements collaborate to perform their function (i.e., behavior).</a:t>
            </a:r>
          </a:p>
        </p:txBody>
      </p:sp>
    </p:spTree>
    <p:extLst>
      <p:ext uri="{BB962C8B-B14F-4D97-AF65-F5344CB8AC3E}">
        <p14:creationId xmlns:p14="http://schemas.microsoft.com/office/powerpoint/2010/main" val="22698548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77DE265-E754-F3E9-7C38-1CB0B2896B38}"/>
              </a:ext>
            </a:extLst>
          </p:cNvPr>
          <p:cNvSpPr>
            <a:spLocks noGrp="1"/>
          </p:cNvSpPr>
          <p:nvPr>
            <p:ph type="title"/>
          </p:nvPr>
        </p:nvSpPr>
        <p:spPr/>
        <p:txBody>
          <a:bodyPr/>
          <a:lstStyle/>
          <a:p>
            <a:r>
              <a:rPr lang="en-US" dirty="0"/>
              <a:t>Structure Diagrams</a:t>
            </a:r>
          </a:p>
        </p:txBody>
      </p:sp>
      <p:sp>
        <p:nvSpPr>
          <p:cNvPr id="3" name="Content Placeholder 2">
            <a:extLst>
              <a:ext uri="{FF2B5EF4-FFF2-40B4-BE49-F238E27FC236}">
                <a16:creationId xmlns:a16="http://schemas.microsoft.com/office/drawing/2014/main" xmlns="" id="{425A0246-CAC4-86CF-2E89-27AD6225051E}"/>
              </a:ext>
            </a:extLst>
          </p:cNvPr>
          <p:cNvSpPr>
            <a:spLocks noGrp="1"/>
          </p:cNvSpPr>
          <p:nvPr>
            <p:ph idx="1"/>
          </p:nvPr>
        </p:nvSpPr>
        <p:spPr/>
        <p:txBody>
          <a:bodyPr>
            <a:noAutofit/>
          </a:bodyPr>
          <a:lstStyle/>
          <a:p>
            <a:pPr algn="just"/>
            <a:r>
              <a:rPr lang="en-US" sz="2000" dirty="0"/>
              <a:t>These diagrams are used to show the </a:t>
            </a:r>
            <a:r>
              <a:rPr lang="en-US" sz="2000" b="1" dirty="0"/>
              <a:t>static structure </a:t>
            </a:r>
            <a:r>
              <a:rPr lang="en-US" sz="2000" dirty="0"/>
              <a:t>of elements in the system, </a:t>
            </a:r>
            <a:r>
              <a:rPr lang="en-US" sz="2000" b="1" dirty="0"/>
              <a:t>architectural organization </a:t>
            </a:r>
            <a:r>
              <a:rPr lang="en-US" sz="2000" dirty="0"/>
              <a:t>of the system, the </a:t>
            </a:r>
            <a:r>
              <a:rPr lang="en-US" sz="2000" b="1" dirty="0"/>
              <a:t>physical elements </a:t>
            </a:r>
            <a:r>
              <a:rPr lang="en-US" sz="2000" dirty="0"/>
              <a:t>of the system, its </a:t>
            </a:r>
            <a:r>
              <a:rPr lang="en-US" sz="2000" b="1" dirty="0"/>
              <a:t>runtime configuration</a:t>
            </a:r>
            <a:r>
              <a:rPr lang="en-US" sz="2000" dirty="0"/>
              <a:t>.</a:t>
            </a:r>
          </a:p>
          <a:p>
            <a:pPr algn="just"/>
            <a:r>
              <a:rPr lang="en-US" sz="2000" dirty="0"/>
              <a:t>Structure diagrams are often used in conjunction with behavior diagrams to depict a particular aspect of your system. Each class may have an associated state machine diagram that indicates the event-driven behavior of the class’s instances. </a:t>
            </a:r>
          </a:p>
          <a:p>
            <a:pPr algn="just"/>
            <a:r>
              <a:rPr lang="en-US" sz="2000" dirty="0"/>
              <a:t>Following are the Structure Diagrams in UML:</a:t>
            </a:r>
          </a:p>
          <a:p>
            <a:pPr marL="400050" lvl="1" indent="0" algn="just">
              <a:buNone/>
            </a:pPr>
            <a:r>
              <a:rPr lang="en-US" sz="2000" dirty="0"/>
              <a:t>■ Package diagram</a:t>
            </a:r>
          </a:p>
          <a:p>
            <a:pPr marL="400050" lvl="1" indent="0" algn="just">
              <a:buNone/>
            </a:pPr>
            <a:r>
              <a:rPr lang="en-US" sz="2000" dirty="0"/>
              <a:t>■ Class diagram</a:t>
            </a:r>
          </a:p>
          <a:p>
            <a:pPr marL="400050" lvl="1" indent="0" algn="just">
              <a:buNone/>
            </a:pPr>
            <a:r>
              <a:rPr lang="en-US" sz="2000" dirty="0"/>
              <a:t>■ Component diagram</a:t>
            </a:r>
          </a:p>
          <a:p>
            <a:pPr marL="400050" lvl="1" indent="0" algn="just">
              <a:buNone/>
            </a:pPr>
            <a:r>
              <a:rPr lang="en-US" sz="2000" dirty="0"/>
              <a:t>■ Deployment diagram</a:t>
            </a:r>
          </a:p>
          <a:p>
            <a:pPr marL="400050" lvl="1" indent="0" algn="just">
              <a:buNone/>
            </a:pPr>
            <a:r>
              <a:rPr lang="en-US" sz="2000" dirty="0"/>
              <a:t>■ Object diagram</a:t>
            </a:r>
          </a:p>
          <a:p>
            <a:pPr marL="400050" lvl="1" indent="0" algn="just">
              <a:buNone/>
            </a:pPr>
            <a:r>
              <a:rPr lang="en-US" sz="2000" dirty="0"/>
              <a:t>■ Composite structure diagram</a:t>
            </a:r>
          </a:p>
        </p:txBody>
      </p:sp>
    </p:spTree>
    <p:extLst>
      <p:ext uri="{BB962C8B-B14F-4D97-AF65-F5344CB8AC3E}">
        <p14:creationId xmlns:p14="http://schemas.microsoft.com/office/powerpoint/2010/main" val="27535329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7514041-E317-9718-C675-7B035AE73E6A}"/>
              </a:ext>
            </a:extLst>
          </p:cNvPr>
          <p:cNvSpPr>
            <a:spLocks noGrp="1"/>
          </p:cNvSpPr>
          <p:nvPr>
            <p:ph type="title"/>
          </p:nvPr>
        </p:nvSpPr>
        <p:spPr/>
        <p:txBody>
          <a:bodyPr/>
          <a:lstStyle/>
          <a:p>
            <a:r>
              <a:rPr lang="en-US" dirty="0"/>
              <a:t>Behavior Diagrams</a:t>
            </a:r>
          </a:p>
        </p:txBody>
      </p:sp>
      <p:sp>
        <p:nvSpPr>
          <p:cNvPr id="3" name="Content Placeholder 2">
            <a:extLst>
              <a:ext uri="{FF2B5EF4-FFF2-40B4-BE49-F238E27FC236}">
                <a16:creationId xmlns:a16="http://schemas.microsoft.com/office/drawing/2014/main" xmlns="" id="{0DF79882-43F1-2735-DCC0-3CE62FA29208}"/>
              </a:ext>
            </a:extLst>
          </p:cNvPr>
          <p:cNvSpPr>
            <a:spLocks noGrp="1"/>
          </p:cNvSpPr>
          <p:nvPr>
            <p:ph idx="1"/>
          </p:nvPr>
        </p:nvSpPr>
        <p:spPr>
          <a:xfrm>
            <a:off x="457200" y="1417638"/>
            <a:ext cx="8229600" cy="4525963"/>
          </a:xfrm>
        </p:spPr>
        <p:txBody>
          <a:bodyPr>
            <a:noAutofit/>
          </a:bodyPr>
          <a:lstStyle/>
          <a:p>
            <a:pPr algn="just"/>
            <a:r>
              <a:rPr lang="en-US" sz="2200" dirty="0"/>
              <a:t>Events happen </a:t>
            </a:r>
            <a:r>
              <a:rPr lang="en-US" sz="2200" b="1" dirty="0"/>
              <a:t>dynamically</a:t>
            </a:r>
            <a:r>
              <a:rPr lang="en-US" sz="2200" dirty="0"/>
              <a:t> in all software-intensive systems: Objects are </a:t>
            </a:r>
            <a:r>
              <a:rPr lang="en-US" sz="2200" b="1" dirty="0"/>
              <a:t>created and destroyed</a:t>
            </a:r>
            <a:r>
              <a:rPr lang="en-US" sz="2200" dirty="0"/>
              <a:t>, objects </a:t>
            </a:r>
            <a:r>
              <a:rPr lang="en-US" sz="2200" b="1" dirty="0"/>
              <a:t>send messages </a:t>
            </a:r>
            <a:r>
              <a:rPr lang="en-US" sz="2200" dirty="0"/>
              <a:t>to one another in an orderly fashion, external events </a:t>
            </a:r>
            <a:r>
              <a:rPr lang="en-US" sz="2200" b="1" dirty="0"/>
              <a:t>trigger operations </a:t>
            </a:r>
            <a:r>
              <a:rPr lang="en-US" sz="2200" dirty="0"/>
              <a:t>on certain objects.</a:t>
            </a:r>
          </a:p>
          <a:p>
            <a:pPr algn="just"/>
            <a:r>
              <a:rPr lang="en-US" sz="2200" dirty="0"/>
              <a:t>Following are the Behavior Diagrams in UML:</a:t>
            </a:r>
          </a:p>
          <a:p>
            <a:pPr marL="400050" lvl="1" indent="0" algn="just">
              <a:buNone/>
            </a:pPr>
            <a:r>
              <a:rPr lang="en-US" sz="2200" dirty="0"/>
              <a:t>■ Use case diagram</a:t>
            </a:r>
          </a:p>
          <a:p>
            <a:pPr marL="400050" lvl="1" indent="0" algn="just">
              <a:buNone/>
            </a:pPr>
            <a:r>
              <a:rPr lang="en-US" sz="2200" dirty="0"/>
              <a:t>■ Activity diagram</a:t>
            </a:r>
          </a:p>
          <a:p>
            <a:pPr marL="400050" lvl="1" indent="0" algn="just">
              <a:buNone/>
            </a:pPr>
            <a:r>
              <a:rPr lang="en-US" sz="2200" dirty="0"/>
              <a:t>■ State machine diagram</a:t>
            </a:r>
          </a:p>
          <a:p>
            <a:pPr marL="400050" lvl="1" indent="0" algn="just">
              <a:buNone/>
            </a:pPr>
            <a:r>
              <a:rPr lang="en-US" sz="2200" dirty="0"/>
              <a:t>■ Interaction diagrams</a:t>
            </a:r>
          </a:p>
          <a:p>
            <a:pPr marL="742950" lvl="2" indent="0" algn="just">
              <a:buNone/>
            </a:pPr>
            <a:r>
              <a:rPr lang="en-US" sz="2200" dirty="0"/>
              <a:t>■ Sequence diagram</a:t>
            </a:r>
          </a:p>
          <a:p>
            <a:pPr marL="742950" lvl="2" indent="0" algn="just">
              <a:buNone/>
            </a:pPr>
            <a:r>
              <a:rPr lang="en-US" sz="2200" dirty="0"/>
              <a:t>■ Communication diagram</a:t>
            </a:r>
          </a:p>
          <a:p>
            <a:pPr marL="742950" lvl="2" indent="0" algn="just">
              <a:buNone/>
            </a:pPr>
            <a:r>
              <a:rPr lang="en-US" sz="2200" dirty="0"/>
              <a:t>■ Interaction overview diagram</a:t>
            </a:r>
          </a:p>
          <a:p>
            <a:pPr marL="742950" lvl="2" indent="0" algn="just">
              <a:buNone/>
            </a:pPr>
            <a:r>
              <a:rPr lang="en-US" sz="2200" dirty="0"/>
              <a:t>■ Timing diagram</a:t>
            </a:r>
          </a:p>
        </p:txBody>
      </p:sp>
    </p:spTree>
    <p:extLst>
      <p:ext uri="{BB962C8B-B14F-4D97-AF65-F5344CB8AC3E}">
        <p14:creationId xmlns:p14="http://schemas.microsoft.com/office/powerpoint/2010/main" val="661080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4FF224D-9FE8-B230-B9FB-C2EADF7D96C3}"/>
              </a:ext>
            </a:extLst>
          </p:cNvPr>
          <p:cNvSpPr>
            <a:spLocks noGrp="1"/>
          </p:cNvSpPr>
          <p:nvPr>
            <p:ph type="title"/>
          </p:nvPr>
        </p:nvSpPr>
        <p:spPr/>
        <p:txBody>
          <a:bodyPr/>
          <a:lstStyle/>
          <a:p>
            <a:r>
              <a:rPr lang="en-US" dirty="0"/>
              <a:t>UML Diagrams</a:t>
            </a:r>
          </a:p>
        </p:txBody>
      </p:sp>
      <p:pic>
        <p:nvPicPr>
          <p:cNvPr id="5" name="Content Placeholder 4" descr="A diagram with text on it&#10;&#10;Description automatically generated">
            <a:extLst>
              <a:ext uri="{FF2B5EF4-FFF2-40B4-BE49-F238E27FC236}">
                <a16:creationId xmlns:a16="http://schemas.microsoft.com/office/drawing/2014/main" xmlns="" id="{DF8F9414-5142-8DAC-95AB-7FC30CF78505}"/>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219200" y="1189653"/>
            <a:ext cx="6705600" cy="5638800"/>
          </a:xfrm>
        </p:spPr>
      </p:pic>
    </p:spTree>
    <p:extLst>
      <p:ext uri="{BB962C8B-B14F-4D97-AF65-F5344CB8AC3E}">
        <p14:creationId xmlns:p14="http://schemas.microsoft.com/office/powerpoint/2010/main" val="8926069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5">
            <a:extLst>
              <a:ext uri="{FF2B5EF4-FFF2-40B4-BE49-F238E27FC236}">
                <a16:creationId xmlns:a16="http://schemas.microsoft.com/office/drawing/2014/main" xmlns="" id="{14BD430C-7BA9-4EA0-AD4E-DC6DC23453DA}"/>
              </a:ext>
            </a:extLst>
          </p:cNvPr>
          <p:cNvSpPr>
            <a:spLocks noChangeArrowheads="1"/>
          </p:cNvSpPr>
          <p:nvPr/>
        </p:nvSpPr>
        <p:spPr bwMode="auto">
          <a:xfrm>
            <a:off x="479425" y="3429000"/>
            <a:ext cx="8131175" cy="1219201"/>
          </a:xfrm>
          <a:prstGeom prst="rect">
            <a:avLst/>
          </a:prstGeom>
          <a:solidFill>
            <a:srgbClr val="FFFF99"/>
          </a:solidFill>
          <a:ln w="9525">
            <a:solidFill>
              <a:schemeClr val="tx1"/>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Calibri" panose="020F0502020204030204" pitchFamily="34" charset="0"/>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pitchFamily="34" charset="0"/>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pitchFamily="34" charset="0"/>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9pPr>
          </a:lstStyle>
          <a:p>
            <a:pPr eaLnBrk="1" hangingPunct="1">
              <a:lnSpc>
                <a:spcPct val="100000"/>
              </a:lnSpc>
              <a:spcBef>
                <a:spcPct val="0"/>
              </a:spcBef>
              <a:buFontTx/>
              <a:buNone/>
            </a:pPr>
            <a:endParaRPr lang="en-CA" altLang="en-US" sz="1600">
              <a:latin typeface="Arial" panose="020B0604020202020204" pitchFamily="34" charset="0"/>
              <a:cs typeface="Arial" panose="020B0604020202020204" pitchFamily="34" charset="0"/>
            </a:endParaRPr>
          </a:p>
        </p:txBody>
      </p:sp>
      <p:sp>
        <p:nvSpPr>
          <p:cNvPr id="26626" name="Rectangle 4">
            <a:extLst>
              <a:ext uri="{FF2B5EF4-FFF2-40B4-BE49-F238E27FC236}">
                <a16:creationId xmlns:a16="http://schemas.microsoft.com/office/drawing/2014/main" xmlns="" id="{0FFACE42-1CF0-4B19-A637-2711834CE21F}"/>
              </a:ext>
            </a:extLst>
          </p:cNvPr>
          <p:cNvSpPr>
            <a:spLocks noChangeArrowheads="1"/>
          </p:cNvSpPr>
          <p:nvPr/>
        </p:nvSpPr>
        <p:spPr bwMode="auto">
          <a:xfrm>
            <a:off x="479425" y="788988"/>
            <a:ext cx="8131175" cy="1420812"/>
          </a:xfrm>
          <a:prstGeom prst="rect">
            <a:avLst/>
          </a:prstGeom>
          <a:solidFill>
            <a:srgbClr val="FFFF99"/>
          </a:solidFill>
          <a:ln w="9525">
            <a:solidFill>
              <a:schemeClr val="tx1"/>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Calibri" panose="020F0502020204030204" pitchFamily="34" charset="0"/>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pitchFamily="34" charset="0"/>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pitchFamily="34" charset="0"/>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9pPr>
          </a:lstStyle>
          <a:p>
            <a:pPr eaLnBrk="1" hangingPunct="1">
              <a:lnSpc>
                <a:spcPct val="100000"/>
              </a:lnSpc>
              <a:spcBef>
                <a:spcPct val="0"/>
              </a:spcBef>
              <a:buFontTx/>
              <a:buNone/>
            </a:pPr>
            <a:endParaRPr lang="en-CA" altLang="en-US" sz="1600">
              <a:latin typeface="Arial" panose="020B0604020202020204" pitchFamily="34" charset="0"/>
              <a:cs typeface="Arial" panose="020B0604020202020204" pitchFamily="34" charset="0"/>
            </a:endParaRPr>
          </a:p>
        </p:txBody>
      </p:sp>
      <p:sp>
        <p:nvSpPr>
          <p:cNvPr id="26627" name="Rectangle 3">
            <a:extLst>
              <a:ext uri="{FF2B5EF4-FFF2-40B4-BE49-F238E27FC236}">
                <a16:creationId xmlns:a16="http://schemas.microsoft.com/office/drawing/2014/main" xmlns="" id="{4FB8CFCF-2907-4CB2-80EB-DECADEE7E497}"/>
              </a:ext>
            </a:extLst>
          </p:cNvPr>
          <p:cNvSpPr>
            <a:spLocks noGrp="1"/>
          </p:cNvSpPr>
          <p:nvPr>
            <p:ph idx="1"/>
          </p:nvPr>
        </p:nvSpPr>
        <p:spPr>
          <a:xfrm>
            <a:off x="457200" y="788988"/>
            <a:ext cx="8207375" cy="5337175"/>
          </a:xfrm>
        </p:spPr>
        <p:txBody>
          <a:bodyPr>
            <a:normAutofit fontScale="92500" lnSpcReduction="20000"/>
          </a:bodyPr>
          <a:lstStyle/>
          <a:p>
            <a:pPr eaLnBrk="1" hangingPunct="1">
              <a:buFontTx/>
              <a:buNone/>
            </a:pPr>
            <a:r>
              <a:rPr lang="en-US" altLang="en-US" sz="2400" b="1" dirty="0"/>
              <a:t>Definition of a </a:t>
            </a:r>
            <a:r>
              <a:rPr lang="en-US" altLang="en-US" sz="2400" b="1" dirty="0">
                <a:solidFill>
                  <a:srgbClr val="0070C0"/>
                </a:solidFill>
              </a:rPr>
              <a:t>Use-Case</a:t>
            </a:r>
          </a:p>
          <a:p>
            <a:pPr eaLnBrk="1" hangingPunct="1"/>
            <a:r>
              <a:rPr lang="en-US" altLang="en-US" sz="2400" dirty="0"/>
              <a:t>A </a:t>
            </a:r>
            <a:r>
              <a:rPr lang="en-US" altLang="en-US" sz="2400" dirty="0">
                <a:solidFill>
                  <a:srgbClr val="FF0000"/>
                </a:solidFill>
              </a:rPr>
              <a:t>process</a:t>
            </a:r>
            <a:r>
              <a:rPr lang="en-US" altLang="en-US" sz="2400" dirty="0"/>
              <a:t> or </a:t>
            </a:r>
            <a:r>
              <a:rPr lang="en-US" altLang="en-US" sz="2400" dirty="0">
                <a:solidFill>
                  <a:srgbClr val="FF0000"/>
                </a:solidFill>
              </a:rPr>
              <a:t>procedure</a:t>
            </a:r>
            <a:r>
              <a:rPr lang="en-US" altLang="en-US" sz="2400" dirty="0"/>
              <a:t>, describing a </a:t>
            </a:r>
            <a:r>
              <a:rPr lang="en-US" altLang="en-US" sz="2400" dirty="0">
                <a:solidFill>
                  <a:srgbClr val="0070C0"/>
                </a:solidFill>
              </a:rPr>
              <a:t>user’s interaction </a:t>
            </a:r>
            <a:r>
              <a:rPr lang="en-US" altLang="en-US" sz="2400" dirty="0"/>
              <a:t>with the system (e.g. library) for a </a:t>
            </a:r>
            <a:r>
              <a:rPr lang="en-US" altLang="en-US" sz="2400" dirty="0">
                <a:solidFill>
                  <a:srgbClr val="0070C0"/>
                </a:solidFill>
              </a:rPr>
              <a:t>specified, identifiable purpose. </a:t>
            </a:r>
            <a:r>
              <a:rPr lang="en-US" altLang="en-US" sz="2400" dirty="0"/>
              <a:t>(e.g. borrowing a book). </a:t>
            </a:r>
          </a:p>
          <a:p>
            <a:pPr eaLnBrk="1" hangingPunct="1"/>
            <a:endParaRPr lang="en-US" altLang="en-US" sz="2400" dirty="0"/>
          </a:p>
          <a:p>
            <a:pPr eaLnBrk="1" hangingPunct="1"/>
            <a:r>
              <a:rPr lang="en-US" altLang="en-US" sz="2400" dirty="0"/>
              <a:t>As such, each Use-Case describes a </a:t>
            </a:r>
            <a:r>
              <a:rPr lang="en-US" altLang="en-US" sz="2400" dirty="0">
                <a:solidFill>
                  <a:srgbClr val="0070C0"/>
                </a:solidFill>
              </a:rPr>
              <a:t>step-by-step</a:t>
            </a:r>
            <a:r>
              <a:rPr lang="en-US" altLang="en-US" sz="2400" dirty="0"/>
              <a:t> sequence of </a:t>
            </a:r>
            <a:r>
              <a:rPr lang="en-US" altLang="en-US" sz="2400" dirty="0">
                <a:solidFill>
                  <a:srgbClr val="0070C0"/>
                </a:solidFill>
              </a:rPr>
              <a:t>operations</a:t>
            </a:r>
            <a:r>
              <a:rPr lang="en-US" altLang="en-US" sz="2400" dirty="0"/>
              <a:t>,</a:t>
            </a:r>
            <a:r>
              <a:rPr lang="en-US" altLang="en-US" sz="2400" dirty="0">
                <a:solidFill>
                  <a:schemeClr val="accent2"/>
                </a:solidFill>
              </a:rPr>
              <a:t> </a:t>
            </a:r>
            <a:r>
              <a:rPr lang="en-US" altLang="en-US" sz="2400" dirty="0">
                <a:solidFill>
                  <a:srgbClr val="0070C0"/>
                </a:solidFill>
              </a:rPr>
              <a:t>iterations</a:t>
            </a:r>
            <a:r>
              <a:rPr lang="en-US" altLang="en-US" sz="2400" dirty="0">
                <a:solidFill>
                  <a:schemeClr val="accent2"/>
                </a:solidFill>
              </a:rPr>
              <a:t> </a:t>
            </a:r>
            <a:r>
              <a:rPr lang="en-US" altLang="en-US" sz="2400" dirty="0"/>
              <a:t>and</a:t>
            </a:r>
            <a:r>
              <a:rPr lang="en-US" altLang="en-US" sz="2400" dirty="0">
                <a:solidFill>
                  <a:schemeClr val="accent2"/>
                </a:solidFill>
              </a:rPr>
              <a:t> </a:t>
            </a:r>
            <a:r>
              <a:rPr lang="en-US" altLang="en-US" sz="2400" dirty="0">
                <a:solidFill>
                  <a:srgbClr val="0070C0"/>
                </a:solidFill>
              </a:rPr>
              <a:t>events</a:t>
            </a:r>
            <a:r>
              <a:rPr lang="en-US" altLang="en-US" sz="2400" dirty="0"/>
              <a:t> that document</a:t>
            </a:r>
            <a:br>
              <a:rPr lang="en-US" altLang="en-US" sz="2400" dirty="0"/>
            </a:br>
            <a:r>
              <a:rPr lang="en-US" altLang="en-US" sz="2400" dirty="0"/>
              <a:t> </a:t>
            </a:r>
          </a:p>
          <a:p>
            <a:pPr lvl="1" eaLnBrk="1" hangingPunct="1"/>
            <a:endParaRPr lang="en-US" altLang="en-US" dirty="0"/>
          </a:p>
          <a:p>
            <a:pPr lvl="1" eaLnBrk="1" hangingPunct="1"/>
            <a:r>
              <a:rPr lang="en-US" altLang="en-US" dirty="0"/>
              <a:t>The </a:t>
            </a:r>
            <a:r>
              <a:rPr lang="en-US" altLang="en-US" dirty="0">
                <a:solidFill>
                  <a:srgbClr val="FF0000"/>
                </a:solidFill>
              </a:rPr>
              <a:t>Interaction</a:t>
            </a:r>
            <a:r>
              <a:rPr lang="en-US" altLang="en-US" dirty="0"/>
              <a:t> taking place. </a:t>
            </a:r>
          </a:p>
          <a:p>
            <a:pPr lvl="1" eaLnBrk="1" hangingPunct="1"/>
            <a:r>
              <a:rPr lang="en-US" altLang="en-US" dirty="0"/>
              <a:t>The </a:t>
            </a:r>
            <a:r>
              <a:rPr lang="en-US" altLang="en-US" dirty="0">
                <a:solidFill>
                  <a:srgbClr val="FF0000"/>
                </a:solidFill>
              </a:rPr>
              <a:t>Measurable Benefits </a:t>
            </a:r>
            <a:r>
              <a:rPr lang="en-US" altLang="en-US" dirty="0"/>
              <a:t>to the user interacting with the system</a:t>
            </a:r>
          </a:p>
          <a:p>
            <a:pPr lvl="1" eaLnBrk="1" hangingPunct="1"/>
            <a:r>
              <a:rPr lang="en-US" altLang="en-US" dirty="0"/>
              <a:t>The </a:t>
            </a:r>
            <a:r>
              <a:rPr lang="en-US" altLang="en-US" dirty="0">
                <a:solidFill>
                  <a:srgbClr val="FF0000"/>
                </a:solidFill>
              </a:rPr>
              <a:t>Effect of that Interaction </a:t>
            </a:r>
            <a:r>
              <a:rPr lang="en-US" altLang="en-US" dirty="0"/>
              <a:t>on the system.</a:t>
            </a:r>
          </a:p>
          <a:p>
            <a:pPr eaLnBrk="1" hangingPunct="1"/>
            <a:endParaRPr lang="en-US" altLang="en-US" sz="2400" dirty="0"/>
          </a:p>
          <a:p>
            <a:pPr eaLnBrk="1" hangingPunct="1"/>
            <a:r>
              <a:rPr lang="en-US" altLang="en-US" sz="2400" dirty="0"/>
              <a:t>It is important to document these use-cases as fully as possible as each use-case captures some </a:t>
            </a:r>
            <a:r>
              <a:rPr lang="en-US" altLang="en-US" sz="2400" dirty="0">
                <a:solidFill>
                  <a:srgbClr val="0070C0"/>
                </a:solidFill>
              </a:rPr>
              <a:t>important functionality </a:t>
            </a:r>
            <a:r>
              <a:rPr lang="en-US" altLang="en-US" sz="2400" dirty="0"/>
              <a:t>that our system will have to </a:t>
            </a:r>
            <a:r>
              <a:rPr lang="en-US" altLang="en-US" sz="2400" dirty="0">
                <a:solidFill>
                  <a:srgbClr val="0070C0"/>
                </a:solidFill>
              </a:rPr>
              <a:t>provide</a:t>
            </a:r>
            <a:r>
              <a:rPr lang="en-US" altLang="en-US" sz="2400" dirty="0"/>
              <a:t>.</a:t>
            </a:r>
            <a:endParaRPr lang="en-CA" altLang="en-US" sz="2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xmlns="" id="{98BB917A-52DA-F64C-B64F-40D2CD60768B}"/>
              </a:ext>
            </a:extLst>
          </p:cNvPr>
          <p:cNvSpPr txBox="1">
            <a:spLocks noGrp="1"/>
          </p:cNvSpPr>
          <p:nvPr>
            <p:ph type="title"/>
          </p:nvPr>
        </p:nvSpPr>
        <p:spPr/>
        <p:txBody>
          <a:bodyPr lIns="0" tIns="12886" rIns="0" bIns="0" rtlCol="0">
            <a:spAutoFit/>
          </a:bodyPr>
          <a:lstStyle/>
          <a:p>
            <a:pPr marL="11206" eaLnBrk="1" fontAlgn="auto" hangingPunct="1">
              <a:spcBef>
                <a:spcPts val="101"/>
              </a:spcBef>
              <a:spcAft>
                <a:spcPts val="0"/>
              </a:spcAft>
              <a:defRPr/>
            </a:pPr>
            <a:r>
              <a:rPr sz="3200" spc="4" dirty="0"/>
              <a:t>Use Cases in Iterative</a:t>
            </a:r>
            <a:r>
              <a:rPr sz="3200" spc="-4" dirty="0"/>
              <a:t> </a:t>
            </a:r>
            <a:r>
              <a:rPr sz="3200" spc="4" dirty="0"/>
              <a:t>Development</a:t>
            </a:r>
          </a:p>
        </p:txBody>
      </p:sp>
      <p:sp>
        <p:nvSpPr>
          <p:cNvPr id="11" name="Content Placeholder 10">
            <a:extLst>
              <a:ext uri="{FF2B5EF4-FFF2-40B4-BE49-F238E27FC236}">
                <a16:creationId xmlns:a16="http://schemas.microsoft.com/office/drawing/2014/main" xmlns="" id="{828D33C7-A198-4014-937C-EE5640A2EC83}"/>
              </a:ext>
            </a:extLst>
          </p:cNvPr>
          <p:cNvSpPr>
            <a:spLocks noGrp="1"/>
          </p:cNvSpPr>
          <p:nvPr>
            <p:ph idx="1"/>
          </p:nvPr>
        </p:nvSpPr>
        <p:spPr/>
        <p:txBody>
          <a:bodyPr/>
          <a:lstStyle/>
          <a:p>
            <a:pPr eaLnBrk="1" hangingPunct="1">
              <a:spcBef>
                <a:spcPts val="88"/>
              </a:spcBef>
            </a:pPr>
            <a:r>
              <a:rPr lang="en-US" altLang="en-US" sz="2400" dirty="0">
                <a:solidFill>
                  <a:srgbClr val="0070C0"/>
                </a:solidFill>
              </a:rPr>
              <a:t>Functional requirements </a:t>
            </a:r>
            <a:r>
              <a:rPr lang="en-US" altLang="en-US" sz="2400" dirty="0"/>
              <a:t>are primarily captured in use cases</a:t>
            </a:r>
          </a:p>
          <a:p>
            <a:pPr eaLnBrk="1" hangingPunct="1">
              <a:spcBef>
                <a:spcPts val="88"/>
              </a:spcBef>
            </a:pPr>
            <a:endParaRPr lang="en-US" altLang="en-US" sz="2400" dirty="0"/>
          </a:p>
          <a:p>
            <a:pPr eaLnBrk="1" hangingPunct="1"/>
            <a:r>
              <a:rPr lang="en-US" altLang="en-US" sz="2400" dirty="0"/>
              <a:t>Use cases drive the iteration planning and work  </a:t>
            </a:r>
          </a:p>
          <a:p>
            <a:pPr eaLnBrk="1" hangingPunct="1"/>
            <a:endParaRPr lang="en-US" altLang="en-US" sz="2400" dirty="0"/>
          </a:p>
          <a:p>
            <a:pPr eaLnBrk="1" hangingPunct="1"/>
            <a:r>
              <a:rPr lang="en-US" altLang="en-US" sz="2400" dirty="0"/>
              <a:t>Easy for users to understand</a:t>
            </a:r>
          </a:p>
          <a:p>
            <a:pPr eaLnBrk="1" hangingPunct="1"/>
            <a:endParaRPr lang="en-US" altLang="en-US" sz="2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13A2544-94B3-414E-B877-6421F2B1E1B2}"/>
              </a:ext>
            </a:extLst>
          </p:cNvPr>
          <p:cNvSpPr>
            <a:spLocks noGrp="1"/>
          </p:cNvSpPr>
          <p:nvPr>
            <p:ph type="title"/>
          </p:nvPr>
        </p:nvSpPr>
        <p:spPr/>
        <p:txBody>
          <a:bodyPr rtlCol="0">
            <a:noAutofit/>
          </a:bodyPr>
          <a:lstStyle/>
          <a:p>
            <a:pPr eaLnBrk="1" fontAlgn="auto" hangingPunct="1">
              <a:spcAft>
                <a:spcPts val="0"/>
              </a:spcAft>
              <a:defRPr/>
            </a:pPr>
            <a:r>
              <a:rPr lang="en-US" b="1" dirty="0">
                <a:latin typeface="Arial" panose="020B0604020202020204" pitchFamily="34" charset="0"/>
                <a:ea typeface="+mn-ea"/>
                <a:cs typeface="+mn-cs"/>
              </a:rPr>
              <a:t>What ‘should’ and what ‘shouldn’t ‘ be included in use cases?</a:t>
            </a:r>
          </a:p>
        </p:txBody>
      </p:sp>
      <p:pic>
        <p:nvPicPr>
          <p:cNvPr id="31746" name="Picture 4">
            <a:extLst>
              <a:ext uri="{FF2B5EF4-FFF2-40B4-BE49-F238E27FC236}">
                <a16:creationId xmlns:a16="http://schemas.microsoft.com/office/drawing/2014/main" xmlns="" id="{D4BEBC32-9DC0-4DB5-9BD7-92F3AA367AB9}"/>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61950" y="2057400"/>
            <a:ext cx="8420100" cy="3695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xmlns="" id="{09CF23A4-E70A-784E-A01F-70EB691EF4EA}"/>
              </a:ext>
            </a:extLst>
          </p:cNvPr>
          <p:cNvSpPr txBox="1">
            <a:spLocks noGrp="1"/>
          </p:cNvSpPr>
          <p:nvPr>
            <p:ph type="title"/>
          </p:nvPr>
        </p:nvSpPr>
        <p:spPr/>
        <p:txBody>
          <a:bodyPr lIns="0" tIns="12886" rIns="0" bIns="0" rtlCol="0">
            <a:spAutoFit/>
          </a:bodyPr>
          <a:lstStyle/>
          <a:p>
            <a:pPr marL="11206" eaLnBrk="1" fontAlgn="auto" hangingPunct="1">
              <a:spcBef>
                <a:spcPts val="101"/>
              </a:spcBef>
              <a:spcAft>
                <a:spcPts val="0"/>
              </a:spcAft>
              <a:defRPr/>
            </a:pPr>
            <a:r>
              <a:rPr spc="9" dirty="0"/>
              <a:t>How </a:t>
            </a:r>
            <a:r>
              <a:rPr spc="4" dirty="0"/>
              <a:t>to Find Use</a:t>
            </a:r>
            <a:r>
              <a:rPr spc="-53" dirty="0"/>
              <a:t> </a:t>
            </a:r>
            <a:r>
              <a:rPr spc="4" dirty="0"/>
              <a:t>Cases?</a:t>
            </a:r>
          </a:p>
        </p:txBody>
      </p:sp>
      <p:sp>
        <p:nvSpPr>
          <p:cNvPr id="3" name="Content Placeholder 2">
            <a:extLst>
              <a:ext uri="{FF2B5EF4-FFF2-40B4-BE49-F238E27FC236}">
                <a16:creationId xmlns:a16="http://schemas.microsoft.com/office/drawing/2014/main" xmlns="" id="{4EF65AB3-0C03-4158-A756-CAB1393E3019}"/>
              </a:ext>
            </a:extLst>
          </p:cNvPr>
          <p:cNvSpPr>
            <a:spLocks noGrp="1"/>
          </p:cNvSpPr>
          <p:nvPr>
            <p:ph idx="1"/>
          </p:nvPr>
        </p:nvSpPr>
        <p:spPr>
          <a:xfrm>
            <a:off x="457200" y="1600200"/>
            <a:ext cx="8229600" cy="4724400"/>
          </a:xfrm>
        </p:spPr>
        <p:txBody>
          <a:bodyPr>
            <a:normAutofit fontScale="85000" lnSpcReduction="10000"/>
          </a:bodyPr>
          <a:lstStyle/>
          <a:p>
            <a:pPr marL="354013" indent="-342900" eaLnBrk="1" hangingPunct="1">
              <a:spcBef>
                <a:spcPts val="1050"/>
              </a:spcBef>
              <a:buFont typeface="Arial" panose="020B0604020202020204" pitchFamily="34" charset="0"/>
              <a:buChar char="•"/>
              <a:defRPr/>
            </a:pPr>
            <a:r>
              <a:rPr lang="en-US" altLang="en-US" sz="3300" dirty="0">
                <a:ea typeface="Book Antiqua" panose="02040602050305030304" pitchFamily="18" charset="0"/>
                <a:cs typeface="Arial" panose="020B0604020202020204" pitchFamily="34" charset="0"/>
              </a:rPr>
              <a:t>Choose the system boundary</a:t>
            </a:r>
          </a:p>
          <a:p>
            <a:pPr marL="696913" lvl="1">
              <a:spcBef>
                <a:spcPts val="738"/>
              </a:spcBef>
              <a:buFont typeface="Arial" panose="020B0604020202020204" pitchFamily="34" charset="0"/>
              <a:buChar char="•"/>
              <a:defRPr/>
            </a:pPr>
            <a:r>
              <a:rPr lang="en-US" altLang="en-US" dirty="0">
                <a:ea typeface="Book Antiqua" panose="02040602050305030304" pitchFamily="18" charset="0"/>
                <a:cs typeface="Arial" panose="020B0604020202020204" pitchFamily="34" charset="0"/>
              </a:rPr>
              <a:t>what you are building?</a:t>
            </a:r>
          </a:p>
          <a:p>
            <a:pPr marL="696913" lvl="1">
              <a:spcBef>
                <a:spcPts val="625"/>
              </a:spcBef>
              <a:buFont typeface="Arial" panose="020B0604020202020204" pitchFamily="34" charset="0"/>
              <a:buChar char="•"/>
              <a:defRPr/>
            </a:pPr>
            <a:r>
              <a:rPr lang="en-US" altLang="en-US" dirty="0">
                <a:ea typeface="Book Antiqua" panose="02040602050305030304" pitchFamily="18" charset="0"/>
                <a:cs typeface="Arial" panose="020B0604020202020204" pitchFamily="34" charset="0"/>
              </a:rPr>
              <a:t>who will be using the system?</a:t>
            </a:r>
          </a:p>
          <a:p>
            <a:pPr marL="696913" lvl="1">
              <a:spcBef>
                <a:spcPts val="675"/>
              </a:spcBef>
              <a:buFont typeface="Arial" panose="020B0604020202020204" pitchFamily="34" charset="0"/>
              <a:buChar char="•"/>
              <a:defRPr/>
            </a:pPr>
            <a:r>
              <a:rPr lang="en-US" altLang="en-US" dirty="0">
                <a:ea typeface="Book Antiqua" panose="02040602050305030304" pitchFamily="18" charset="0"/>
                <a:cs typeface="Arial" panose="020B0604020202020204" pitchFamily="34" charset="0"/>
              </a:rPr>
              <a:t>what else will be used that you are not building?</a:t>
            </a:r>
          </a:p>
          <a:p>
            <a:pPr marL="696913" lvl="1">
              <a:spcBef>
                <a:spcPts val="675"/>
              </a:spcBef>
              <a:buFont typeface="Arial" panose="020B0604020202020204" pitchFamily="34" charset="0"/>
              <a:buChar char="•"/>
              <a:defRPr/>
            </a:pPr>
            <a:endParaRPr lang="en-US" altLang="en-US" dirty="0">
              <a:ea typeface="Book Antiqua" panose="02040602050305030304" pitchFamily="18" charset="0"/>
              <a:cs typeface="Arial" panose="020B0604020202020204" pitchFamily="34" charset="0"/>
            </a:endParaRPr>
          </a:p>
          <a:p>
            <a:pPr marL="354013" indent="-342900" eaLnBrk="1" hangingPunct="1">
              <a:spcBef>
                <a:spcPts val="738"/>
              </a:spcBef>
              <a:buFont typeface="Arial" panose="020B0604020202020204" pitchFamily="34" charset="0"/>
              <a:buChar char="•"/>
              <a:defRPr/>
            </a:pPr>
            <a:r>
              <a:rPr lang="en-US" altLang="en-US" sz="3300" dirty="0">
                <a:ea typeface="Book Antiqua" panose="02040602050305030304" pitchFamily="18" charset="0"/>
                <a:cs typeface="Arial" panose="020B0604020202020204" pitchFamily="34" charset="0"/>
              </a:rPr>
              <a:t>Find primary actors and their goals</a:t>
            </a:r>
          </a:p>
          <a:p>
            <a:pPr marL="696913" lvl="1">
              <a:lnSpc>
                <a:spcPct val="130000"/>
              </a:lnSpc>
              <a:spcBef>
                <a:spcPts val="63"/>
              </a:spcBef>
              <a:buFont typeface="Arial" panose="020B0604020202020204" pitchFamily="34" charset="0"/>
              <a:buChar char="•"/>
              <a:defRPr/>
            </a:pPr>
            <a:r>
              <a:rPr lang="en-US" altLang="en-US" dirty="0">
                <a:ea typeface="Book Antiqua" panose="02040602050305030304" pitchFamily="18" charset="0"/>
                <a:cs typeface="Arial" panose="020B0604020202020204" pitchFamily="34" charset="0"/>
              </a:rPr>
              <a:t>brainstorm the primary actors first who starts and stops the system?</a:t>
            </a:r>
          </a:p>
          <a:p>
            <a:pPr marL="696913" lvl="1">
              <a:spcBef>
                <a:spcPts val="675"/>
              </a:spcBef>
              <a:buFont typeface="Arial" panose="020B0604020202020204" pitchFamily="34" charset="0"/>
              <a:buChar char="•"/>
              <a:defRPr/>
            </a:pPr>
            <a:r>
              <a:rPr lang="en-US" altLang="en-US" dirty="0">
                <a:ea typeface="Book Antiqua" panose="02040602050305030304" pitchFamily="18" charset="0"/>
                <a:cs typeface="Arial" panose="020B0604020202020204" pitchFamily="34" charset="0"/>
              </a:rPr>
              <a:t>who gets notified when there are errors or failures?</a:t>
            </a:r>
          </a:p>
          <a:p>
            <a:pPr marL="696913" lvl="1">
              <a:spcBef>
                <a:spcPts val="675"/>
              </a:spcBef>
              <a:buFont typeface="Arial" panose="020B0604020202020204" pitchFamily="34" charset="0"/>
              <a:buChar char="•"/>
              <a:defRPr/>
            </a:pPr>
            <a:endParaRPr lang="en-US" altLang="en-US" dirty="0">
              <a:ea typeface="Book Antiqua" panose="02040602050305030304" pitchFamily="18" charset="0"/>
              <a:cs typeface="Arial" panose="020B0604020202020204" pitchFamily="34" charset="0"/>
            </a:endParaRPr>
          </a:p>
          <a:p>
            <a:pPr marL="354013" indent="-342900" eaLnBrk="1" hangingPunct="1">
              <a:spcBef>
                <a:spcPts val="738"/>
              </a:spcBef>
              <a:buFont typeface="Arial" panose="020B0604020202020204" pitchFamily="34" charset="0"/>
              <a:buChar char="•"/>
              <a:defRPr/>
            </a:pPr>
            <a:r>
              <a:rPr lang="en-US" altLang="en-US" sz="3300" dirty="0">
                <a:ea typeface="Book Antiqua" panose="02040602050305030304" pitchFamily="18" charset="0"/>
                <a:cs typeface="Arial" panose="020B0604020202020204" pitchFamily="34" charset="0"/>
              </a:rPr>
              <a:t>Define use cases that satisfy user goals</a:t>
            </a:r>
          </a:p>
          <a:p>
            <a:pPr marL="696913" lvl="1">
              <a:lnSpc>
                <a:spcPct val="130000"/>
              </a:lnSpc>
              <a:spcBef>
                <a:spcPts val="63"/>
              </a:spcBef>
              <a:buFont typeface="Arial" panose="020B0604020202020204" pitchFamily="34" charset="0"/>
              <a:buChar char="•"/>
              <a:defRPr/>
            </a:pPr>
            <a:r>
              <a:rPr lang="en-US" altLang="en-US" dirty="0">
                <a:ea typeface="Book Antiqua" panose="02040602050305030304" pitchFamily="18" charset="0"/>
                <a:cs typeface="Arial" panose="020B0604020202020204" pitchFamily="34" charset="0"/>
              </a:rPr>
              <a:t>prepare an actor-goal list in general, one use case for each user goal</a:t>
            </a:r>
          </a:p>
          <a:p>
            <a:pPr marL="696913" lvl="1">
              <a:spcBef>
                <a:spcPts val="675"/>
              </a:spcBef>
              <a:buFont typeface="Arial" panose="020B0604020202020204" pitchFamily="34" charset="0"/>
              <a:buChar char="•"/>
              <a:defRPr/>
            </a:pPr>
            <a:r>
              <a:rPr lang="en-US" altLang="en-US" dirty="0">
                <a:ea typeface="Book Antiqua" panose="02040602050305030304" pitchFamily="18" charset="0"/>
                <a:cs typeface="Arial" panose="020B0604020202020204" pitchFamily="34" charset="0"/>
              </a:rPr>
              <a:t>name the use case similar to the user goal</a:t>
            </a:r>
          </a:p>
          <a:p>
            <a:pPr marL="0" indent="0">
              <a:buNone/>
            </a:pPr>
            <a:endParaRPr lang="x-none"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object 2">
            <a:extLst>
              <a:ext uri="{FF2B5EF4-FFF2-40B4-BE49-F238E27FC236}">
                <a16:creationId xmlns:a16="http://schemas.microsoft.com/office/drawing/2014/main" xmlns="" id="{9B2275E9-EF86-481C-B161-CD64B59D4922}"/>
              </a:ext>
            </a:extLst>
          </p:cNvPr>
          <p:cNvSpPr>
            <a:spLocks noGrp="1"/>
          </p:cNvSpPr>
          <p:nvPr>
            <p:ph type="title"/>
          </p:nvPr>
        </p:nvSpPr>
        <p:spPr>
          <a:xfrm>
            <a:off x="457200" y="625351"/>
            <a:ext cx="8229600" cy="441574"/>
          </a:xfrm>
        </p:spPr>
        <p:txBody>
          <a:bodyPr lIns="0" tIns="10646" rIns="0" bIns="0">
            <a:spAutoFit/>
          </a:bodyPr>
          <a:lstStyle/>
          <a:p>
            <a:pPr marL="11113" eaLnBrk="1" hangingPunct="1">
              <a:lnSpc>
                <a:spcPct val="108000"/>
              </a:lnSpc>
              <a:spcBef>
                <a:spcPts val="88"/>
              </a:spcBef>
            </a:pPr>
            <a:r>
              <a:rPr lang="en-US" altLang="en-US" sz="2800" dirty="0"/>
              <a:t>What Tests Can Help Find Useful Use Cases?</a:t>
            </a:r>
          </a:p>
        </p:txBody>
      </p:sp>
      <p:sp>
        <p:nvSpPr>
          <p:cNvPr id="35842" name="object 8">
            <a:extLst>
              <a:ext uri="{FF2B5EF4-FFF2-40B4-BE49-F238E27FC236}">
                <a16:creationId xmlns:a16="http://schemas.microsoft.com/office/drawing/2014/main" xmlns="" id="{04F861D9-863A-40D0-B9CC-DD871CFDFA91}"/>
              </a:ext>
            </a:extLst>
          </p:cNvPr>
          <p:cNvSpPr>
            <a:spLocks noGrp="1"/>
          </p:cNvSpPr>
          <p:nvPr>
            <p:ph idx="1"/>
          </p:nvPr>
        </p:nvSpPr>
        <p:spPr>
          <a:xfrm>
            <a:off x="457200" y="1600200"/>
            <a:ext cx="8229600" cy="2577082"/>
          </a:xfrm>
        </p:spPr>
        <p:txBody>
          <a:bodyPr lIns="0" tIns="11206" rIns="0" bIns="0">
            <a:spAutoFit/>
          </a:bodyPr>
          <a:lstStyle/>
          <a:p>
            <a:pPr marL="352425">
              <a:lnSpc>
                <a:spcPct val="134000"/>
              </a:lnSpc>
              <a:spcBef>
                <a:spcPts val="88"/>
              </a:spcBef>
              <a:buClr>
                <a:srgbClr val="78A9A9"/>
              </a:buClr>
              <a:buSzPct val="70000"/>
              <a:tabLst>
                <a:tab pos="311150" algn="l"/>
              </a:tabLst>
            </a:pPr>
            <a:r>
              <a:rPr lang="en-US" dirty="0"/>
              <a:t>Which of these are </a:t>
            </a:r>
            <a:r>
              <a:rPr lang="en-US" dirty="0">
                <a:solidFill>
                  <a:srgbClr val="0070C0"/>
                </a:solidFill>
              </a:rPr>
              <a:t>valid use cases</a:t>
            </a:r>
            <a:r>
              <a:rPr lang="en-US" dirty="0"/>
              <a:t>?</a:t>
            </a:r>
            <a:endParaRPr lang="en-US" altLang="en-US" dirty="0"/>
          </a:p>
          <a:p>
            <a:pPr marL="752475" lvl="1">
              <a:lnSpc>
                <a:spcPct val="134000"/>
              </a:lnSpc>
              <a:spcBef>
                <a:spcPts val="88"/>
              </a:spcBef>
              <a:buClr>
                <a:srgbClr val="78A9A9"/>
              </a:buClr>
              <a:buSzPct val="70000"/>
              <a:tabLst>
                <a:tab pos="311150" algn="l"/>
              </a:tabLst>
            </a:pPr>
            <a:r>
              <a:rPr lang="en-US" altLang="en-US" dirty="0"/>
              <a:t>Negotiate a Supplier Contract  </a:t>
            </a:r>
          </a:p>
          <a:p>
            <a:pPr marL="752475" lvl="1">
              <a:lnSpc>
                <a:spcPct val="134000"/>
              </a:lnSpc>
              <a:spcBef>
                <a:spcPts val="88"/>
              </a:spcBef>
              <a:buClr>
                <a:srgbClr val="78A9A9"/>
              </a:buClr>
              <a:buSzPct val="70000"/>
              <a:tabLst>
                <a:tab pos="311150" algn="l"/>
              </a:tabLst>
            </a:pPr>
            <a:r>
              <a:rPr lang="en-US" altLang="en-US" dirty="0"/>
              <a:t>Handle Returns</a:t>
            </a:r>
          </a:p>
          <a:p>
            <a:pPr marL="752475" lvl="1">
              <a:lnSpc>
                <a:spcPct val="134000"/>
              </a:lnSpc>
              <a:spcBef>
                <a:spcPts val="88"/>
              </a:spcBef>
              <a:buClr>
                <a:srgbClr val="78A9A9"/>
              </a:buClr>
              <a:buSzPct val="70000"/>
              <a:tabLst>
                <a:tab pos="311150" algn="l"/>
              </a:tabLst>
            </a:pPr>
            <a:r>
              <a:rPr lang="en-US" altLang="en-US" dirty="0"/>
              <a:t>Log in</a:t>
            </a:r>
          </a:p>
          <a:p>
            <a:pPr marL="752475" lvl="1">
              <a:lnSpc>
                <a:spcPct val="134000"/>
              </a:lnSpc>
              <a:spcBef>
                <a:spcPts val="88"/>
              </a:spcBef>
              <a:buClr>
                <a:srgbClr val="78A9A9"/>
              </a:buClr>
              <a:buSzPct val="70000"/>
              <a:tabLst>
                <a:tab pos="311150" algn="l"/>
              </a:tabLst>
            </a:pPr>
            <a:r>
              <a:rPr lang="en-US" altLang="en-US" dirty="0"/>
              <a:t>Move Piece on the Game Board</a:t>
            </a:r>
          </a:p>
        </p:txBody>
      </p:sp>
      <p:sp>
        <p:nvSpPr>
          <p:cNvPr id="7" name="object 12">
            <a:extLst>
              <a:ext uri="{FF2B5EF4-FFF2-40B4-BE49-F238E27FC236}">
                <a16:creationId xmlns:a16="http://schemas.microsoft.com/office/drawing/2014/main" xmlns="" id="{BEA5C5E2-D2F7-4B76-9E3B-C4E6A3CDDC82}"/>
              </a:ext>
            </a:extLst>
          </p:cNvPr>
          <p:cNvSpPr txBox="1">
            <a:spLocks noChangeArrowheads="1"/>
          </p:cNvSpPr>
          <p:nvPr/>
        </p:nvSpPr>
        <p:spPr bwMode="auto">
          <a:xfrm>
            <a:off x="1089818" y="4789606"/>
            <a:ext cx="6964363" cy="93638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0" tIns="10646" rIns="0" bIns="0">
            <a:spAutoFit/>
          </a:bodyPr>
          <a:lstStyle>
            <a:lvl1pPr marL="274638" indent="-263525">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lnSpc>
                <a:spcPct val="128000"/>
              </a:lnSpc>
              <a:spcBef>
                <a:spcPts val="88"/>
              </a:spcBef>
            </a:pPr>
            <a:r>
              <a:rPr lang="en-US" altLang="en-US" sz="2400" i="1" dirty="0"/>
              <a:t> All of these can be use cases  at different levels,</a:t>
            </a:r>
          </a:p>
          <a:p>
            <a:pPr algn="ctr" eaLnBrk="1" hangingPunct="1">
              <a:lnSpc>
                <a:spcPct val="111000"/>
              </a:lnSpc>
              <a:spcBef>
                <a:spcPts val="488"/>
              </a:spcBef>
            </a:pPr>
            <a:r>
              <a:rPr lang="en-US" altLang="en-US" sz="2400" i="1" dirty="0"/>
              <a:t>depending on the system, boundary, actors, and goals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object 2">
            <a:extLst>
              <a:ext uri="{FF2B5EF4-FFF2-40B4-BE49-F238E27FC236}">
                <a16:creationId xmlns:a16="http://schemas.microsoft.com/office/drawing/2014/main" xmlns="" id="{16A3C153-BCAE-48C6-ADD5-93125CAB0DD0}"/>
              </a:ext>
            </a:extLst>
          </p:cNvPr>
          <p:cNvSpPr>
            <a:spLocks noGrp="1"/>
          </p:cNvSpPr>
          <p:nvPr>
            <p:ph type="title"/>
          </p:nvPr>
        </p:nvSpPr>
        <p:spPr/>
        <p:txBody>
          <a:bodyPr lIns="0" tIns="10646" rIns="0" bIns="0">
            <a:spAutoFit/>
          </a:bodyPr>
          <a:lstStyle/>
          <a:p>
            <a:pPr marL="11113" eaLnBrk="1" hangingPunct="1">
              <a:lnSpc>
                <a:spcPct val="108000"/>
              </a:lnSpc>
              <a:spcBef>
                <a:spcPts val="88"/>
              </a:spcBef>
            </a:pPr>
            <a:r>
              <a:rPr lang="en-US" altLang="en-US" sz="3600"/>
              <a:t>What Tests Can Help Find Useful Use  Cases?</a:t>
            </a:r>
          </a:p>
        </p:txBody>
      </p:sp>
      <p:sp>
        <p:nvSpPr>
          <p:cNvPr id="6" name="Content Placeholder 5">
            <a:extLst>
              <a:ext uri="{FF2B5EF4-FFF2-40B4-BE49-F238E27FC236}">
                <a16:creationId xmlns:a16="http://schemas.microsoft.com/office/drawing/2014/main" xmlns="" id="{6A530DEF-F3E9-4FE4-9780-EC32BFFF908B}"/>
              </a:ext>
            </a:extLst>
          </p:cNvPr>
          <p:cNvSpPr>
            <a:spLocks noGrp="1"/>
          </p:cNvSpPr>
          <p:nvPr>
            <p:ph idx="1"/>
          </p:nvPr>
        </p:nvSpPr>
        <p:spPr/>
        <p:txBody>
          <a:bodyPr/>
          <a:lstStyle/>
          <a:p>
            <a:pPr eaLnBrk="1" hangingPunct="1">
              <a:spcBef>
                <a:spcPts val="925"/>
              </a:spcBef>
            </a:pPr>
            <a:r>
              <a:rPr lang="en-US" altLang="en-US" dirty="0"/>
              <a:t>Rather than asking ”What is a valid use case?”  </a:t>
            </a:r>
          </a:p>
          <a:p>
            <a:pPr marL="0" indent="0">
              <a:lnSpc>
                <a:spcPts val="3663"/>
              </a:lnSpc>
              <a:spcBef>
                <a:spcPts val="213"/>
              </a:spcBef>
              <a:buClr>
                <a:schemeClr val="tx1"/>
              </a:buClr>
              <a:buSzPct val="69000"/>
              <a:buNone/>
            </a:pPr>
            <a:endParaRPr lang="en-US" altLang="en-US" dirty="0"/>
          </a:p>
          <a:p>
            <a:pPr marL="0" indent="0">
              <a:lnSpc>
                <a:spcPts val="3663"/>
              </a:lnSpc>
              <a:spcBef>
                <a:spcPts val="213"/>
              </a:spcBef>
              <a:buClr>
                <a:schemeClr val="tx1"/>
              </a:buClr>
              <a:buSzPct val="69000"/>
              <a:buNone/>
            </a:pPr>
            <a:r>
              <a:rPr lang="en-US" altLang="en-US" dirty="0"/>
              <a:t>More practical question:</a:t>
            </a:r>
          </a:p>
          <a:p>
            <a:pPr marL="457200" lvl="1" indent="0">
              <a:lnSpc>
                <a:spcPct val="111000"/>
              </a:lnSpc>
              <a:spcBef>
                <a:spcPts val="213"/>
              </a:spcBef>
              <a:buClr>
                <a:srgbClr val="78A9A9"/>
              </a:buClr>
              <a:buSzPct val="69000"/>
              <a:buNone/>
            </a:pPr>
            <a:r>
              <a:rPr lang="en-US" altLang="en-US" dirty="0"/>
              <a:t>“What is a </a:t>
            </a:r>
            <a:r>
              <a:rPr lang="en-US" altLang="en-US" dirty="0">
                <a:solidFill>
                  <a:srgbClr val="0070C0"/>
                </a:solidFill>
              </a:rPr>
              <a:t>useful use case</a:t>
            </a:r>
            <a:r>
              <a:rPr lang="en-US" altLang="en-US" dirty="0"/>
              <a:t>?”</a:t>
            </a:r>
          </a:p>
          <a:p>
            <a:pPr marL="457200" lvl="1" indent="0">
              <a:lnSpc>
                <a:spcPct val="111000"/>
              </a:lnSpc>
              <a:spcBef>
                <a:spcPts val="213"/>
              </a:spcBef>
              <a:buClr>
                <a:srgbClr val="78A9A9"/>
              </a:buClr>
              <a:buSzPct val="69000"/>
              <a:buNone/>
            </a:pPr>
            <a:endParaRPr lang="en-US" altLang="en-US" dirty="0"/>
          </a:p>
          <a:p>
            <a:pPr eaLnBrk="1" hangingPunct="1">
              <a:spcBef>
                <a:spcPts val="900"/>
              </a:spcBef>
            </a:pPr>
            <a:r>
              <a:rPr lang="en-US" altLang="en-US" dirty="0"/>
              <a:t>Rules of thumb</a:t>
            </a:r>
          </a:p>
          <a:p>
            <a:pPr lvl="1">
              <a:spcBef>
                <a:spcPts val="900"/>
              </a:spcBef>
            </a:pPr>
            <a:r>
              <a:rPr lang="en-US" altLang="en-US" dirty="0"/>
              <a:t>The Boss Test  </a:t>
            </a:r>
          </a:p>
          <a:p>
            <a:pPr lvl="1">
              <a:spcBef>
                <a:spcPts val="900"/>
              </a:spcBef>
            </a:pPr>
            <a:r>
              <a:rPr lang="en-US" altLang="en-US" dirty="0"/>
              <a:t>The EBP Test  </a:t>
            </a:r>
          </a:p>
          <a:p>
            <a:pPr lvl="1">
              <a:spcBef>
                <a:spcPts val="900"/>
              </a:spcBef>
            </a:pPr>
            <a:r>
              <a:rPr lang="en-US" altLang="en-US" dirty="0"/>
              <a:t>The size test</a:t>
            </a:r>
          </a:p>
          <a:p>
            <a:pPr eaLnBrk="1" hangingPunct="1">
              <a:spcBef>
                <a:spcPts val="900"/>
              </a:spcBef>
            </a:pPr>
            <a:endParaRPr lang="en-US" altLang="en-US" dirty="0"/>
          </a:p>
          <a:p>
            <a:pPr marL="0" indent="0">
              <a:buNone/>
            </a:pPr>
            <a:endParaRPr lang="x-none" dirty="0"/>
          </a:p>
        </p:txBody>
      </p:sp>
      <p:pic>
        <p:nvPicPr>
          <p:cNvPr id="3074" name="Picture 2" descr="Angry boss cartoon Images, Stock Photos &amp;amp;amp; Vectors | Shutterstock">
            <a:extLst>
              <a:ext uri="{FF2B5EF4-FFF2-40B4-BE49-F238E27FC236}">
                <a16:creationId xmlns:a16="http://schemas.microsoft.com/office/drawing/2014/main" xmlns="" id="{8A5D0273-4E52-4E45-AAB6-D5754A974E5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7143"/>
          <a:stretch/>
        </p:blipFill>
        <p:spPr bwMode="auto">
          <a:xfrm>
            <a:off x="5838825" y="4381500"/>
            <a:ext cx="3305175" cy="24765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object 2">
            <a:extLst>
              <a:ext uri="{FF2B5EF4-FFF2-40B4-BE49-F238E27FC236}">
                <a16:creationId xmlns:a16="http://schemas.microsoft.com/office/drawing/2014/main" xmlns="" id="{5EC11234-DB5A-452D-98ED-09F45A4B24E2}"/>
              </a:ext>
            </a:extLst>
          </p:cNvPr>
          <p:cNvSpPr>
            <a:spLocks noGrp="1"/>
          </p:cNvSpPr>
          <p:nvPr>
            <p:ph type="title"/>
          </p:nvPr>
        </p:nvSpPr>
        <p:spPr/>
        <p:txBody>
          <a:bodyPr lIns="0" tIns="10646" rIns="0" bIns="0">
            <a:spAutoFit/>
          </a:bodyPr>
          <a:lstStyle/>
          <a:p>
            <a:pPr marL="11113" eaLnBrk="1" hangingPunct="1">
              <a:lnSpc>
                <a:spcPct val="108000"/>
              </a:lnSpc>
              <a:spcBef>
                <a:spcPts val="88"/>
              </a:spcBef>
            </a:pPr>
            <a:r>
              <a:rPr lang="en-US" altLang="en-US" sz="3600"/>
              <a:t>What Tests Can Help Find Useful Use  Cases?</a:t>
            </a:r>
          </a:p>
        </p:txBody>
      </p:sp>
      <p:sp>
        <p:nvSpPr>
          <p:cNvPr id="2" name="Content Placeholder 1">
            <a:extLst>
              <a:ext uri="{FF2B5EF4-FFF2-40B4-BE49-F238E27FC236}">
                <a16:creationId xmlns:a16="http://schemas.microsoft.com/office/drawing/2014/main" xmlns="" id="{29CBAFFD-1F2C-471F-97BF-5C3B103FDD7D}"/>
              </a:ext>
            </a:extLst>
          </p:cNvPr>
          <p:cNvSpPr>
            <a:spLocks noGrp="1"/>
          </p:cNvSpPr>
          <p:nvPr>
            <p:ph idx="1"/>
          </p:nvPr>
        </p:nvSpPr>
        <p:spPr>
          <a:xfrm>
            <a:off x="457200" y="1600200"/>
            <a:ext cx="8229600" cy="5105400"/>
          </a:xfrm>
        </p:spPr>
        <p:txBody>
          <a:bodyPr>
            <a:normAutofit fontScale="85000" lnSpcReduction="20000"/>
          </a:bodyPr>
          <a:lstStyle/>
          <a:p>
            <a:pPr marL="0" indent="0" eaLnBrk="1" hangingPunct="1">
              <a:spcBef>
                <a:spcPts val="1025"/>
              </a:spcBef>
              <a:buNone/>
            </a:pPr>
            <a:r>
              <a:rPr lang="en-US" altLang="en-US" b="1" u="sng" dirty="0"/>
              <a:t>Boss test</a:t>
            </a:r>
          </a:p>
          <a:p>
            <a:pPr lvl="1">
              <a:spcBef>
                <a:spcPts val="688"/>
              </a:spcBef>
            </a:pPr>
            <a:r>
              <a:rPr lang="en-US" altLang="en-US" dirty="0"/>
              <a:t>“What have you been doing all day?”</a:t>
            </a:r>
          </a:p>
          <a:p>
            <a:pPr lvl="1">
              <a:spcBef>
                <a:spcPts val="688"/>
              </a:spcBef>
            </a:pPr>
            <a:r>
              <a:rPr lang="en-US" altLang="en-US" dirty="0"/>
              <a:t>Your reply “logging in!”</a:t>
            </a:r>
          </a:p>
          <a:p>
            <a:pPr lvl="1">
              <a:spcBef>
                <a:spcPts val="688"/>
              </a:spcBef>
            </a:pPr>
            <a:r>
              <a:rPr lang="en-US" altLang="en-US" dirty="0"/>
              <a:t>Is your boss happy? </a:t>
            </a:r>
            <a:r>
              <a:rPr lang="en-US" altLang="en-US" dirty="0">
                <a:solidFill>
                  <a:srgbClr val="0070C0"/>
                </a:solidFill>
              </a:rPr>
              <a:t>No value</a:t>
            </a:r>
            <a:r>
              <a:rPr lang="en-US" altLang="en-US" dirty="0"/>
              <a:t>? </a:t>
            </a:r>
            <a:r>
              <a:rPr lang="en-US" altLang="en-US" dirty="0">
                <a:solidFill>
                  <a:srgbClr val="0070C0"/>
                </a:solidFill>
              </a:rPr>
              <a:t>No good use case</a:t>
            </a:r>
            <a:r>
              <a:rPr lang="en-US" altLang="en-US" dirty="0"/>
              <a:t>!</a:t>
            </a:r>
          </a:p>
          <a:p>
            <a:pPr lvl="1">
              <a:spcBef>
                <a:spcPts val="688"/>
              </a:spcBef>
            </a:pPr>
            <a:endParaRPr lang="en-US" altLang="en-US" dirty="0"/>
          </a:p>
          <a:p>
            <a:pPr marL="0" indent="0" eaLnBrk="1" hangingPunct="1">
              <a:spcBef>
                <a:spcPts val="813"/>
              </a:spcBef>
              <a:buNone/>
            </a:pPr>
            <a:r>
              <a:rPr lang="en-US" altLang="en-US" b="1" u="sng" dirty="0"/>
              <a:t>Elementary Business Process (EBP) test</a:t>
            </a:r>
          </a:p>
          <a:p>
            <a:pPr lvl="1">
              <a:spcBef>
                <a:spcPts val="813"/>
              </a:spcBef>
            </a:pPr>
            <a:r>
              <a:rPr lang="en-US" altLang="en-US" dirty="0"/>
              <a:t>A task performed by one person in one place at one time, in response to a business event, which </a:t>
            </a:r>
            <a:r>
              <a:rPr lang="en-US" altLang="en-US" dirty="0">
                <a:solidFill>
                  <a:srgbClr val="0070C0"/>
                </a:solidFill>
              </a:rPr>
              <a:t>adds measurable business value </a:t>
            </a:r>
            <a:r>
              <a:rPr lang="en-US" altLang="en-US" dirty="0"/>
              <a:t>and leaves data in a consistent state</a:t>
            </a:r>
          </a:p>
          <a:p>
            <a:pPr lvl="1">
              <a:spcBef>
                <a:spcPts val="813"/>
              </a:spcBef>
            </a:pPr>
            <a:r>
              <a:rPr lang="en-US" altLang="en-US" dirty="0"/>
              <a:t>Good Examples: Approve Credit or Price Order</a:t>
            </a:r>
          </a:p>
          <a:p>
            <a:pPr lvl="1">
              <a:spcBef>
                <a:spcPts val="813"/>
              </a:spcBef>
            </a:pPr>
            <a:r>
              <a:rPr lang="en-US" altLang="en-US" dirty="0"/>
              <a:t>Bad Examples: Delete a line item or print the document</a:t>
            </a:r>
          </a:p>
          <a:p>
            <a:pPr marL="457200" lvl="1" indent="0">
              <a:spcBef>
                <a:spcPts val="813"/>
              </a:spcBef>
              <a:buNone/>
            </a:pPr>
            <a:endParaRPr lang="en-US" altLang="en-US" dirty="0"/>
          </a:p>
          <a:p>
            <a:pPr marL="0" indent="0" eaLnBrk="1" hangingPunct="1">
              <a:spcBef>
                <a:spcPts val="813"/>
              </a:spcBef>
              <a:buNone/>
            </a:pPr>
            <a:r>
              <a:rPr lang="en-US" altLang="en-US" b="1" u="sng" dirty="0"/>
              <a:t>Size test</a:t>
            </a:r>
          </a:p>
          <a:p>
            <a:pPr lvl="1">
              <a:spcBef>
                <a:spcPts val="813"/>
              </a:spcBef>
            </a:pPr>
            <a:r>
              <a:rPr lang="en-US" altLang="en-US" dirty="0"/>
              <a:t>Just a single step in a sequence of others -&gt; </a:t>
            </a:r>
            <a:r>
              <a:rPr lang="en-US" altLang="en-US" dirty="0">
                <a:solidFill>
                  <a:srgbClr val="0070C0"/>
                </a:solidFill>
              </a:rPr>
              <a:t>not good</a:t>
            </a:r>
            <a:r>
              <a:rPr lang="en-US" altLang="en-US" dirty="0"/>
              <a:t>!</a:t>
            </a:r>
          </a:p>
          <a:p>
            <a:pPr lvl="1">
              <a:spcBef>
                <a:spcPts val="813"/>
              </a:spcBef>
            </a:pPr>
            <a:r>
              <a:rPr lang="en-US" altLang="en-US" dirty="0"/>
              <a:t>Example: Enter an Item Id</a:t>
            </a:r>
          </a:p>
        </p:txBody>
      </p:sp>
      <p:pic>
        <p:nvPicPr>
          <p:cNvPr id="4098" name="Picture 2" descr="Angry boss cartoon Images, Stock Photos &amp;amp;amp; Vectors | Shutterstock">
            <a:extLst>
              <a:ext uri="{FF2B5EF4-FFF2-40B4-BE49-F238E27FC236}">
                <a16:creationId xmlns:a16="http://schemas.microsoft.com/office/drawing/2014/main" xmlns="" id="{E023CA56-6C6F-49FB-B5B3-D542F1B826A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7143"/>
          <a:stretch/>
        </p:blipFill>
        <p:spPr bwMode="auto">
          <a:xfrm>
            <a:off x="6445750" y="1417638"/>
            <a:ext cx="2684395" cy="201136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xmlns="" id="{699B2A26-EA77-4047-B479-1C0C17B46A2B}"/>
              </a:ext>
            </a:extLst>
          </p:cNvPr>
          <p:cNvSpPr txBox="1">
            <a:spLocks noGrp="1"/>
          </p:cNvSpPr>
          <p:nvPr>
            <p:ph type="title"/>
          </p:nvPr>
        </p:nvSpPr>
        <p:spPr/>
        <p:txBody>
          <a:bodyPr lIns="0" tIns="12886" rIns="0" bIns="0" rtlCol="0">
            <a:spAutoFit/>
          </a:bodyPr>
          <a:lstStyle/>
          <a:p>
            <a:pPr marL="11206" eaLnBrk="1" fontAlgn="auto" hangingPunct="1">
              <a:spcBef>
                <a:spcPts val="101"/>
              </a:spcBef>
              <a:spcAft>
                <a:spcPts val="0"/>
              </a:spcAft>
              <a:defRPr/>
            </a:pPr>
            <a:r>
              <a:rPr spc="4" dirty="0"/>
              <a:t>Applying</a:t>
            </a:r>
            <a:r>
              <a:rPr spc="-44" dirty="0"/>
              <a:t> </a:t>
            </a:r>
            <a:r>
              <a:rPr spc="-62" dirty="0"/>
              <a:t>Tests</a:t>
            </a:r>
          </a:p>
        </p:txBody>
      </p:sp>
      <p:sp>
        <p:nvSpPr>
          <p:cNvPr id="11" name="Content Placeholder 10">
            <a:extLst>
              <a:ext uri="{FF2B5EF4-FFF2-40B4-BE49-F238E27FC236}">
                <a16:creationId xmlns:a16="http://schemas.microsoft.com/office/drawing/2014/main" xmlns="" id="{1C3F52BB-5DE9-407F-9E78-99B9846B9A3D}"/>
              </a:ext>
            </a:extLst>
          </p:cNvPr>
          <p:cNvSpPr>
            <a:spLocks noGrp="1"/>
          </p:cNvSpPr>
          <p:nvPr>
            <p:ph idx="1"/>
          </p:nvPr>
        </p:nvSpPr>
        <p:spPr/>
        <p:txBody>
          <a:bodyPr/>
          <a:lstStyle/>
          <a:p>
            <a:pPr marL="70041" eaLnBrk="1" fontAlgn="auto" hangingPunct="1">
              <a:spcBef>
                <a:spcPts val="803"/>
              </a:spcBef>
              <a:spcAft>
                <a:spcPts val="0"/>
              </a:spcAft>
              <a:defRPr/>
            </a:pPr>
            <a:r>
              <a:rPr lang="en-US" dirty="0"/>
              <a:t>Handle returns</a:t>
            </a:r>
          </a:p>
          <a:p>
            <a:pPr marL="773225" lvl="1">
              <a:spcBef>
                <a:spcPts val="874"/>
              </a:spcBef>
              <a:defRPr/>
            </a:pPr>
            <a:r>
              <a:rPr lang="en-US" dirty="0"/>
              <a:t>OK with the Boss. EBP. Size is good.</a:t>
            </a:r>
          </a:p>
          <a:p>
            <a:pPr marL="70041" eaLnBrk="1" fontAlgn="auto" hangingPunct="1">
              <a:spcBef>
                <a:spcPts val="803"/>
              </a:spcBef>
              <a:spcAft>
                <a:spcPts val="0"/>
              </a:spcAft>
              <a:defRPr/>
            </a:pPr>
            <a:r>
              <a:rPr lang="en-US" dirty="0"/>
              <a:t>Log in</a:t>
            </a:r>
          </a:p>
          <a:p>
            <a:pPr marL="773225" lvl="1">
              <a:spcBef>
                <a:spcPts val="874"/>
              </a:spcBef>
              <a:defRPr/>
            </a:pPr>
            <a:r>
              <a:rPr lang="en-US" dirty="0"/>
              <a:t>Boss is not happy is this is all you do all day!</a:t>
            </a:r>
          </a:p>
          <a:p>
            <a:pPr marL="70041" eaLnBrk="1" fontAlgn="auto" hangingPunct="1">
              <a:spcBef>
                <a:spcPts val="865"/>
              </a:spcBef>
              <a:spcAft>
                <a:spcPts val="0"/>
              </a:spcAft>
              <a:defRPr/>
            </a:pPr>
            <a:r>
              <a:rPr lang="en-US" dirty="0"/>
              <a:t>Move piece on game board</a:t>
            </a:r>
          </a:p>
          <a:p>
            <a:pPr lvl="1">
              <a:spcBef>
                <a:spcPts val="811"/>
              </a:spcBef>
              <a:buClr>
                <a:schemeClr val="tx1"/>
              </a:buClr>
              <a:buSzPct val="69767"/>
              <a:tabLst>
                <a:tab pos="334513" algn="l"/>
                <a:tab pos="335074" algn="l"/>
              </a:tabLst>
              <a:defRPr/>
            </a:pPr>
            <a:r>
              <a:rPr lang="en-US" dirty="0"/>
              <a:t>Single step – fails the size test.</a:t>
            </a:r>
          </a:p>
          <a:p>
            <a:endParaRPr lang="x-none"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2">
            <a:extLst>
              <a:ext uri="{FF2B5EF4-FFF2-40B4-BE49-F238E27FC236}">
                <a16:creationId xmlns:a16="http://schemas.microsoft.com/office/drawing/2014/main" xmlns="" id="{013821BD-95C9-4A29-A23B-928374BA852A}"/>
              </a:ext>
            </a:extLst>
          </p:cNvPr>
          <p:cNvSpPr>
            <a:spLocks noGrp="1"/>
          </p:cNvSpPr>
          <p:nvPr>
            <p:ph type="title"/>
          </p:nvPr>
        </p:nvSpPr>
        <p:spPr/>
        <p:txBody>
          <a:bodyPr anchor="t"/>
          <a:lstStyle/>
          <a:p>
            <a:pPr eaLnBrk="1" hangingPunct="1"/>
            <a:r>
              <a:rPr lang="en-US" altLang="en-US" dirty="0"/>
              <a:t>Use Case Diagram Concepts</a:t>
            </a:r>
          </a:p>
        </p:txBody>
      </p:sp>
      <p:sp>
        <p:nvSpPr>
          <p:cNvPr id="43010" name="Rectangle 3" descr="Rectangle: Click to edit Master text styles&#10;Second level&#10;Third level&#10;Fourth level&#10;Fifth level">
            <a:extLst>
              <a:ext uri="{FF2B5EF4-FFF2-40B4-BE49-F238E27FC236}">
                <a16:creationId xmlns:a16="http://schemas.microsoft.com/office/drawing/2014/main" xmlns="" id="{F54F71F8-2790-4966-BC1A-AB3A12E4F0DA}"/>
              </a:ext>
            </a:extLst>
          </p:cNvPr>
          <p:cNvSpPr>
            <a:spLocks noGrp="1"/>
          </p:cNvSpPr>
          <p:nvPr>
            <p:ph idx="1"/>
          </p:nvPr>
        </p:nvSpPr>
        <p:spPr/>
        <p:txBody>
          <a:bodyPr/>
          <a:lstStyle/>
          <a:p>
            <a:pPr eaLnBrk="1" hangingPunct="1"/>
            <a:r>
              <a:rPr lang="en-US" altLang="en-US" dirty="0">
                <a:solidFill>
                  <a:srgbClr val="0070C0"/>
                </a:solidFill>
              </a:rPr>
              <a:t>Summarizes all use cases </a:t>
            </a:r>
            <a:r>
              <a:rPr lang="en-US" altLang="en-US" dirty="0"/>
              <a:t>(for the part of the system being modeled) together in one picture</a:t>
            </a:r>
          </a:p>
          <a:p>
            <a:pPr eaLnBrk="1" hangingPunct="1"/>
            <a:endParaRPr lang="en-US" altLang="en-US" dirty="0"/>
          </a:p>
          <a:p>
            <a:pPr eaLnBrk="1" hangingPunct="1"/>
            <a:r>
              <a:rPr lang="en-US" altLang="en-US" dirty="0"/>
              <a:t>Typically drawn early in the SDLC</a:t>
            </a:r>
          </a:p>
          <a:p>
            <a:pPr eaLnBrk="1" hangingPunct="1"/>
            <a:endParaRPr lang="en-US" altLang="en-US" dirty="0"/>
          </a:p>
          <a:p>
            <a:pPr eaLnBrk="1" hangingPunct="1"/>
            <a:r>
              <a:rPr lang="en-US" altLang="en-US" dirty="0"/>
              <a:t>Shows the associations between actors and use cases</a:t>
            </a:r>
          </a:p>
        </p:txBody>
      </p:sp>
      <p:sp>
        <p:nvSpPr>
          <p:cNvPr id="43011" name="Slide Number Placeholder 3">
            <a:extLst>
              <a:ext uri="{FF2B5EF4-FFF2-40B4-BE49-F238E27FC236}">
                <a16:creationId xmlns:a16="http://schemas.microsoft.com/office/drawing/2014/main" xmlns="" id="{B0CE83C2-6E1D-43B3-A95D-2A8705C473B4}"/>
              </a:ext>
            </a:extLst>
          </p:cNvPr>
          <p:cNvSpPr>
            <a:spLocks noGrp="1"/>
          </p:cNvSpPr>
          <p:nvPr>
            <p:ph type="sldNum" sz="quarter" idx="4294967295"/>
          </p:nvPr>
        </p:nvSpPr>
        <p:spPr bwMode="auto">
          <a:xfrm>
            <a:off x="7010400" y="6356350"/>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US" altLang="en-US" sz="1600">
              <a:latin typeface="Garamond" panose="02020404030301010803" pitchFamily="18" charset="0"/>
              <a:cs typeface="Arial" panose="020B0604020202020204" pitchFamily="34" charset="0"/>
            </a:endParaRPr>
          </a:p>
          <a:p>
            <a:endParaRPr lang="en-US" altLang="en-US" sz="1000">
              <a:latin typeface="Arial" panose="020B0604020202020204" pitchFamily="34" charset="0"/>
              <a:cs typeface="Arial" panose="020B0604020202020204" pitchFamily="3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object 2">
            <a:extLst>
              <a:ext uri="{FF2B5EF4-FFF2-40B4-BE49-F238E27FC236}">
                <a16:creationId xmlns:a16="http://schemas.microsoft.com/office/drawing/2014/main" xmlns="" id="{FD8A67DB-7112-49DE-B67A-471007D439B3}"/>
              </a:ext>
            </a:extLst>
          </p:cNvPr>
          <p:cNvSpPr>
            <a:spLocks noGrp="1"/>
          </p:cNvSpPr>
          <p:nvPr>
            <p:ph type="title"/>
          </p:nvPr>
        </p:nvSpPr>
        <p:spPr>
          <a:xfrm>
            <a:off x="457200" y="328700"/>
            <a:ext cx="8229600" cy="1034876"/>
          </a:xfrm>
        </p:spPr>
        <p:txBody>
          <a:bodyPr lIns="0" tIns="10646" rIns="0" bIns="0">
            <a:spAutoFit/>
          </a:bodyPr>
          <a:lstStyle/>
          <a:p>
            <a:pPr marL="11113" eaLnBrk="1" hangingPunct="1">
              <a:lnSpc>
                <a:spcPct val="108000"/>
              </a:lnSpc>
              <a:spcBef>
                <a:spcPts val="88"/>
              </a:spcBef>
            </a:pPr>
            <a:r>
              <a:rPr lang="en-US" altLang="en-US" sz="3200" dirty="0"/>
              <a:t>Use Case (Context) Diagrams: Suggested Notation</a:t>
            </a:r>
          </a:p>
        </p:txBody>
      </p:sp>
      <p:sp>
        <p:nvSpPr>
          <p:cNvPr id="3" name="object 3">
            <a:extLst>
              <a:ext uri="{FF2B5EF4-FFF2-40B4-BE49-F238E27FC236}">
                <a16:creationId xmlns:a16="http://schemas.microsoft.com/office/drawing/2014/main" xmlns="" id="{3017C0F4-70BA-AD4F-9ED7-C9FF67E7DE87}"/>
              </a:ext>
            </a:extLst>
          </p:cNvPr>
          <p:cNvSpPr/>
          <p:nvPr/>
        </p:nvSpPr>
        <p:spPr>
          <a:xfrm>
            <a:off x="2967038" y="5091113"/>
            <a:ext cx="2540000" cy="0"/>
          </a:xfrm>
          <a:custGeom>
            <a:avLst/>
            <a:gdLst/>
            <a:ahLst/>
            <a:cxnLst/>
            <a:rect l="l" t="t" r="r" b="b"/>
            <a:pathLst>
              <a:path w="2878454">
                <a:moveTo>
                  <a:pt x="0" y="0"/>
                </a:moveTo>
                <a:lnTo>
                  <a:pt x="2878209" y="0"/>
                </a:lnTo>
              </a:path>
            </a:pathLst>
          </a:custGeom>
          <a:ln w="5566">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4" name="object 4">
            <a:extLst>
              <a:ext uri="{FF2B5EF4-FFF2-40B4-BE49-F238E27FC236}">
                <a16:creationId xmlns:a16="http://schemas.microsoft.com/office/drawing/2014/main" xmlns="" id="{EBB9AF84-749F-8342-83EF-27EC7EAF54E5}"/>
              </a:ext>
            </a:extLst>
          </p:cNvPr>
          <p:cNvSpPr/>
          <p:nvPr/>
        </p:nvSpPr>
        <p:spPr>
          <a:xfrm>
            <a:off x="5507038" y="2697163"/>
            <a:ext cx="0" cy="2393950"/>
          </a:xfrm>
          <a:custGeom>
            <a:avLst/>
            <a:gdLst/>
            <a:ahLst/>
            <a:cxnLst/>
            <a:rect l="l" t="t" r="r" b="b"/>
            <a:pathLst>
              <a:path h="2713990">
                <a:moveTo>
                  <a:pt x="0" y="2713493"/>
                </a:moveTo>
                <a:lnTo>
                  <a:pt x="0" y="0"/>
                </a:lnTo>
              </a:path>
            </a:pathLst>
          </a:custGeom>
          <a:ln w="5561">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5" name="object 5">
            <a:extLst>
              <a:ext uri="{FF2B5EF4-FFF2-40B4-BE49-F238E27FC236}">
                <a16:creationId xmlns:a16="http://schemas.microsoft.com/office/drawing/2014/main" xmlns="" id="{D37E860A-0A84-EE41-AE51-B1D69C8F2772}"/>
              </a:ext>
            </a:extLst>
          </p:cNvPr>
          <p:cNvSpPr/>
          <p:nvPr/>
        </p:nvSpPr>
        <p:spPr>
          <a:xfrm>
            <a:off x="2968625" y="2695575"/>
            <a:ext cx="2538413" cy="0"/>
          </a:xfrm>
          <a:custGeom>
            <a:avLst/>
            <a:gdLst/>
            <a:ahLst/>
            <a:cxnLst/>
            <a:rect l="l" t="t" r="r" b="b"/>
            <a:pathLst>
              <a:path w="2878454">
                <a:moveTo>
                  <a:pt x="2878209" y="0"/>
                </a:moveTo>
                <a:lnTo>
                  <a:pt x="0" y="0"/>
                </a:lnTo>
              </a:path>
            </a:pathLst>
          </a:custGeom>
          <a:ln w="5566">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6" name="object 6">
            <a:extLst>
              <a:ext uri="{FF2B5EF4-FFF2-40B4-BE49-F238E27FC236}">
                <a16:creationId xmlns:a16="http://schemas.microsoft.com/office/drawing/2014/main" xmlns="" id="{02B52DE3-2414-C640-A726-04713D25F83E}"/>
              </a:ext>
            </a:extLst>
          </p:cNvPr>
          <p:cNvSpPr/>
          <p:nvPr/>
        </p:nvSpPr>
        <p:spPr>
          <a:xfrm>
            <a:off x="2967038" y="2695575"/>
            <a:ext cx="0" cy="2393950"/>
          </a:xfrm>
          <a:custGeom>
            <a:avLst/>
            <a:gdLst/>
            <a:ahLst/>
            <a:cxnLst/>
            <a:rect l="l" t="t" r="r" b="b"/>
            <a:pathLst>
              <a:path h="2713990">
                <a:moveTo>
                  <a:pt x="0" y="0"/>
                </a:moveTo>
                <a:lnTo>
                  <a:pt x="0" y="2713493"/>
                </a:lnTo>
              </a:path>
            </a:pathLst>
          </a:custGeom>
          <a:ln w="5561">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7" name="object 7">
            <a:extLst>
              <a:ext uri="{FF2B5EF4-FFF2-40B4-BE49-F238E27FC236}">
                <a16:creationId xmlns:a16="http://schemas.microsoft.com/office/drawing/2014/main" xmlns="" id="{F3BC02AC-7706-1148-988A-CBD2D2BAB73C}"/>
              </a:ext>
            </a:extLst>
          </p:cNvPr>
          <p:cNvSpPr/>
          <p:nvPr/>
        </p:nvSpPr>
        <p:spPr>
          <a:xfrm>
            <a:off x="2967038" y="5091113"/>
            <a:ext cx="1587" cy="0"/>
          </a:xfrm>
          <a:custGeom>
            <a:avLst/>
            <a:gdLst/>
            <a:ahLst/>
            <a:cxnLst/>
            <a:rect l="l" t="t" r="r" b="b"/>
            <a:pathLst>
              <a:path w="1905">
                <a:moveTo>
                  <a:pt x="695" y="-2783"/>
                </a:moveTo>
                <a:lnTo>
                  <a:pt x="695" y="2783"/>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8" name="object 8">
            <a:extLst>
              <a:ext uri="{FF2B5EF4-FFF2-40B4-BE49-F238E27FC236}">
                <a16:creationId xmlns:a16="http://schemas.microsoft.com/office/drawing/2014/main" xmlns="" id="{E9154600-8936-BB42-83E2-6138D6589235}"/>
              </a:ext>
            </a:extLst>
          </p:cNvPr>
          <p:cNvSpPr/>
          <p:nvPr/>
        </p:nvSpPr>
        <p:spPr>
          <a:xfrm>
            <a:off x="3929063" y="2803525"/>
            <a:ext cx="93662" cy="117475"/>
          </a:xfrm>
          <a:prstGeom prst="rect">
            <a:avLst/>
          </a:prstGeom>
          <a:blipFill>
            <a:blip r:embed="rId3" cstate="print"/>
            <a:stretch>
              <a:fillRect/>
            </a:stretch>
          </a:blipFill>
        </p:spPr>
        <p:txBody>
          <a:bodyPr lIns="0" tIns="0" rIns="0" bIns="0"/>
          <a:lstStyle/>
          <a:p>
            <a:pPr eaLnBrk="1" fontAlgn="auto" hangingPunct="1">
              <a:spcBef>
                <a:spcPts val="0"/>
              </a:spcBef>
              <a:spcAft>
                <a:spcPts val="0"/>
              </a:spcAft>
              <a:defRPr/>
            </a:pPr>
            <a:endParaRPr sz="1412">
              <a:latin typeface="+mn-lt"/>
            </a:endParaRPr>
          </a:p>
        </p:txBody>
      </p:sp>
      <p:sp>
        <p:nvSpPr>
          <p:cNvPr id="9" name="object 9">
            <a:extLst>
              <a:ext uri="{FF2B5EF4-FFF2-40B4-BE49-F238E27FC236}">
                <a16:creationId xmlns:a16="http://schemas.microsoft.com/office/drawing/2014/main" xmlns="" id="{85F96400-707C-5A46-AF10-579DB7878C10}"/>
              </a:ext>
            </a:extLst>
          </p:cNvPr>
          <p:cNvSpPr/>
          <p:nvPr/>
        </p:nvSpPr>
        <p:spPr>
          <a:xfrm>
            <a:off x="4040188" y="2800350"/>
            <a:ext cx="322262" cy="122238"/>
          </a:xfrm>
          <a:prstGeom prst="rect">
            <a:avLst/>
          </a:prstGeom>
          <a:blipFill>
            <a:blip r:embed="rId4" cstate="print"/>
            <a:stretch>
              <a:fillRect/>
            </a:stretch>
          </a:blipFill>
        </p:spPr>
        <p:txBody>
          <a:bodyPr lIns="0" tIns="0" rIns="0" bIns="0"/>
          <a:lstStyle/>
          <a:p>
            <a:pPr eaLnBrk="1" fontAlgn="auto" hangingPunct="1">
              <a:spcBef>
                <a:spcPts val="0"/>
              </a:spcBef>
              <a:spcAft>
                <a:spcPts val="0"/>
              </a:spcAft>
              <a:defRPr/>
            </a:pPr>
            <a:endParaRPr sz="1412">
              <a:latin typeface="+mn-lt"/>
            </a:endParaRPr>
          </a:p>
        </p:txBody>
      </p:sp>
      <p:sp>
        <p:nvSpPr>
          <p:cNvPr id="10" name="object 10">
            <a:extLst>
              <a:ext uri="{FF2B5EF4-FFF2-40B4-BE49-F238E27FC236}">
                <a16:creationId xmlns:a16="http://schemas.microsoft.com/office/drawing/2014/main" xmlns="" id="{8105B415-DEB9-AE45-9C92-5CC86E8455AC}"/>
              </a:ext>
            </a:extLst>
          </p:cNvPr>
          <p:cNvSpPr/>
          <p:nvPr/>
        </p:nvSpPr>
        <p:spPr>
          <a:xfrm>
            <a:off x="4379913" y="2833688"/>
            <a:ext cx="77787" cy="88900"/>
          </a:xfrm>
          <a:prstGeom prst="rect">
            <a:avLst/>
          </a:prstGeom>
          <a:blipFill>
            <a:blip r:embed="rId5" cstate="print"/>
            <a:stretch>
              <a:fillRect/>
            </a:stretch>
          </a:blipFill>
        </p:spPr>
        <p:txBody>
          <a:bodyPr lIns="0" tIns="0" rIns="0" bIns="0"/>
          <a:lstStyle/>
          <a:p>
            <a:pPr eaLnBrk="1" fontAlgn="auto" hangingPunct="1">
              <a:spcBef>
                <a:spcPts val="0"/>
              </a:spcBef>
              <a:spcAft>
                <a:spcPts val="0"/>
              </a:spcAft>
              <a:defRPr/>
            </a:pPr>
            <a:endParaRPr sz="1412">
              <a:latin typeface="+mn-lt"/>
            </a:endParaRPr>
          </a:p>
        </p:txBody>
      </p:sp>
      <p:sp>
        <p:nvSpPr>
          <p:cNvPr id="11" name="object 11">
            <a:extLst>
              <a:ext uri="{FF2B5EF4-FFF2-40B4-BE49-F238E27FC236}">
                <a16:creationId xmlns:a16="http://schemas.microsoft.com/office/drawing/2014/main" xmlns="" id="{7586E410-AC05-1A4D-8661-73266512AAA1}"/>
              </a:ext>
            </a:extLst>
          </p:cNvPr>
          <p:cNvSpPr/>
          <p:nvPr/>
        </p:nvSpPr>
        <p:spPr>
          <a:xfrm>
            <a:off x="4473575" y="2833688"/>
            <a:ext cx="69850" cy="87312"/>
          </a:xfrm>
          <a:prstGeom prst="rect">
            <a:avLst/>
          </a:prstGeom>
          <a:blipFill>
            <a:blip r:embed="rId6" cstate="print"/>
            <a:stretch>
              <a:fillRect/>
            </a:stretch>
          </a:blipFill>
        </p:spPr>
        <p:txBody>
          <a:bodyPr lIns="0" tIns="0" rIns="0" bIns="0"/>
          <a:lstStyle/>
          <a:p>
            <a:pPr eaLnBrk="1" fontAlgn="auto" hangingPunct="1">
              <a:spcBef>
                <a:spcPts val="0"/>
              </a:spcBef>
              <a:spcAft>
                <a:spcPts val="0"/>
              </a:spcAft>
              <a:defRPr/>
            </a:pPr>
            <a:endParaRPr sz="1412">
              <a:latin typeface="+mn-lt"/>
            </a:endParaRPr>
          </a:p>
        </p:txBody>
      </p:sp>
      <p:sp>
        <p:nvSpPr>
          <p:cNvPr id="12" name="object 12">
            <a:extLst>
              <a:ext uri="{FF2B5EF4-FFF2-40B4-BE49-F238E27FC236}">
                <a16:creationId xmlns:a16="http://schemas.microsoft.com/office/drawing/2014/main" xmlns="" id="{B9F5CF35-0C17-074E-BBC4-3365FBF84EBF}"/>
              </a:ext>
            </a:extLst>
          </p:cNvPr>
          <p:cNvSpPr/>
          <p:nvPr/>
        </p:nvSpPr>
        <p:spPr>
          <a:xfrm>
            <a:off x="3694113" y="4478338"/>
            <a:ext cx="0" cy="47625"/>
          </a:xfrm>
          <a:custGeom>
            <a:avLst/>
            <a:gdLst/>
            <a:ahLst/>
            <a:cxnLst/>
            <a:rect l="l" t="t" r="r" b="b"/>
            <a:pathLst>
              <a:path h="53339">
                <a:moveTo>
                  <a:pt x="0" y="0"/>
                </a:moveTo>
                <a:lnTo>
                  <a:pt x="0" y="52878"/>
                </a:lnTo>
              </a:path>
            </a:pathLst>
          </a:custGeom>
          <a:ln w="6952">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3" name="object 13">
            <a:extLst>
              <a:ext uri="{FF2B5EF4-FFF2-40B4-BE49-F238E27FC236}">
                <a16:creationId xmlns:a16="http://schemas.microsoft.com/office/drawing/2014/main" xmlns="" id="{56DB04E3-2A6B-C342-B78E-F3F175707BB7}"/>
              </a:ext>
            </a:extLst>
          </p:cNvPr>
          <p:cNvSpPr/>
          <p:nvPr/>
        </p:nvSpPr>
        <p:spPr>
          <a:xfrm>
            <a:off x="3694113" y="4470400"/>
            <a:ext cx="3175" cy="7938"/>
          </a:xfrm>
          <a:custGeom>
            <a:avLst/>
            <a:gdLst/>
            <a:ahLst/>
            <a:cxnLst/>
            <a:rect l="l" t="t" r="r" b="b"/>
            <a:pathLst>
              <a:path w="3175" h="8889">
                <a:moveTo>
                  <a:pt x="0" y="8349"/>
                </a:moveTo>
                <a:lnTo>
                  <a:pt x="2780" y="0"/>
                </a:lnTo>
              </a:path>
            </a:pathLst>
          </a:custGeom>
          <a:ln w="5562">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4" name="object 14">
            <a:extLst>
              <a:ext uri="{FF2B5EF4-FFF2-40B4-BE49-F238E27FC236}">
                <a16:creationId xmlns:a16="http://schemas.microsoft.com/office/drawing/2014/main" xmlns="" id="{56D10E9F-5574-504A-94D0-538914BFE6BF}"/>
              </a:ext>
            </a:extLst>
          </p:cNvPr>
          <p:cNvSpPr/>
          <p:nvPr/>
        </p:nvSpPr>
        <p:spPr>
          <a:xfrm>
            <a:off x="3697288" y="4462463"/>
            <a:ext cx="1587" cy="6350"/>
          </a:xfrm>
          <a:custGeom>
            <a:avLst/>
            <a:gdLst/>
            <a:ahLst/>
            <a:cxnLst/>
            <a:rect l="l" t="t" r="r" b="b"/>
            <a:pathLst>
              <a:path w="3175" h="6985">
                <a:moveTo>
                  <a:pt x="0" y="6957"/>
                </a:moveTo>
                <a:lnTo>
                  <a:pt x="2780" y="0"/>
                </a:lnTo>
              </a:path>
            </a:pathLst>
          </a:custGeom>
          <a:ln w="6952">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5" name="object 15">
            <a:extLst>
              <a:ext uri="{FF2B5EF4-FFF2-40B4-BE49-F238E27FC236}">
                <a16:creationId xmlns:a16="http://schemas.microsoft.com/office/drawing/2014/main" xmlns="" id="{2E16633F-1C99-4047-BD44-9550130400A9}"/>
              </a:ext>
            </a:extLst>
          </p:cNvPr>
          <p:cNvSpPr/>
          <p:nvPr/>
        </p:nvSpPr>
        <p:spPr>
          <a:xfrm>
            <a:off x="3698875" y="4454525"/>
            <a:ext cx="3175" cy="6350"/>
          </a:xfrm>
          <a:custGeom>
            <a:avLst/>
            <a:gdLst/>
            <a:ahLst/>
            <a:cxnLst/>
            <a:rect l="l" t="t" r="r" b="b"/>
            <a:pathLst>
              <a:path w="3175" h="8889">
                <a:moveTo>
                  <a:pt x="0" y="8349"/>
                </a:moveTo>
                <a:lnTo>
                  <a:pt x="2780" y="0"/>
                </a:lnTo>
              </a:path>
            </a:pathLst>
          </a:custGeom>
          <a:ln w="5562">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6" name="object 16">
            <a:extLst>
              <a:ext uri="{FF2B5EF4-FFF2-40B4-BE49-F238E27FC236}">
                <a16:creationId xmlns:a16="http://schemas.microsoft.com/office/drawing/2014/main" xmlns="" id="{2991C3AA-88C1-6D47-8728-75581B913E5E}"/>
              </a:ext>
            </a:extLst>
          </p:cNvPr>
          <p:cNvSpPr/>
          <p:nvPr/>
        </p:nvSpPr>
        <p:spPr>
          <a:xfrm>
            <a:off x="3702050" y="4446588"/>
            <a:ext cx="3175" cy="6350"/>
          </a:xfrm>
          <a:custGeom>
            <a:avLst/>
            <a:gdLst/>
            <a:ahLst/>
            <a:cxnLst/>
            <a:rect l="l" t="t" r="r" b="b"/>
            <a:pathLst>
              <a:path w="4445" h="6985">
                <a:moveTo>
                  <a:pt x="0" y="6957"/>
                </a:moveTo>
                <a:lnTo>
                  <a:pt x="4171" y="0"/>
                </a:lnTo>
              </a:path>
            </a:pathLst>
          </a:custGeom>
          <a:ln w="6953">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7" name="object 17">
            <a:extLst>
              <a:ext uri="{FF2B5EF4-FFF2-40B4-BE49-F238E27FC236}">
                <a16:creationId xmlns:a16="http://schemas.microsoft.com/office/drawing/2014/main" xmlns="" id="{E774379C-69E0-9A42-A8AA-E42CBA505734}"/>
              </a:ext>
            </a:extLst>
          </p:cNvPr>
          <p:cNvSpPr/>
          <p:nvPr/>
        </p:nvSpPr>
        <p:spPr>
          <a:xfrm>
            <a:off x="3705225" y="4438650"/>
            <a:ext cx="3175" cy="6350"/>
          </a:xfrm>
          <a:custGeom>
            <a:avLst/>
            <a:gdLst/>
            <a:ahLst/>
            <a:cxnLst/>
            <a:rect l="l" t="t" r="r" b="b"/>
            <a:pathLst>
              <a:path w="3175" h="6985">
                <a:moveTo>
                  <a:pt x="0" y="6957"/>
                </a:moveTo>
                <a:lnTo>
                  <a:pt x="2780" y="0"/>
                </a:lnTo>
              </a:path>
            </a:pathLst>
          </a:custGeom>
          <a:ln w="6952">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8" name="object 18">
            <a:extLst>
              <a:ext uri="{FF2B5EF4-FFF2-40B4-BE49-F238E27FC236}">
                <a16:creationId xmlns:a16="http://schemas.microsoft.com/office/drawing/2014/main" xmlns="" id="{31EEC57D-DE4E-B143-92B0-0BC353883992}"/>
              </a:ext>
            </a:extLst>
          </p:cNvPr>
          <p:cNvSpPr/>
          <p:nvPr/>
        </p:nvSpPr>
        <p:spPr>
          <a:xfrm>
            <a:off x="3708400" y="4430713"/>
            <a:ext cx="3175" cy="7937"/>
          </a:xfrm>
          <a:custGeom>
            <a:avLst/>
            <a:gdLst/>
            <a:ahLst/>
            <a:cxnLst/>
            <a:rect l="l" t="t" r="r" b="b"/>
            <a:pathLst>
              <a:path w="4445" h="8889">
                <a:moveTo>
                  <a:pt x="0" y="8349"/>
                </a:moveTo>
                <a:lnTo>
                  <a:pt x="4171" y="0"/>
                </a:lnTo>
              </a:path>
            </a:pathLst>
          </a:custGeom>
          <a:ln w="6953">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9" name="object 19">
            <a:extLst>
              <a:ext uri="{FF2B5EF4-FFF2-40B4-BE49-F238E27FC236}">
                <a16:creationId xmlns:a16="http://schemas.microsoft.com/office/drawing/2014/main" xmlns="" id="{19846F9E-20A1-034E-8E56-AA08C186380A}"/>
              </a:ext>
            </a:extLst>
          </p:cNvPr>
          <p:cNvSpPr/>
          <p:nvPr/>
        </p:nvSpPr>
        <p:spPr>
          <a:xfrm>
            <a:off x="3713163" y="4422775"/>
            <a:ext cx="3175" cy="6350"/>
          </a:xfrm>
          <a:custGeom>
            <a:avLst/>
            <a:gdLst/>
            <a:ahLst/>
            <a:cxnLst/>
            <a:rect l="l" t="t" r="r" b="b"/>
            <a:pathLst>
              <a:path w="4445" h="6985">
                <a:moveTo>
                  <a:pt x="0" y="6957"/>
                </a:moveTo>
                <a:lnTo>
                  <a:pt x="4171" y="0"/>
                </a:lnTo>
              </a:path>
            </a:pathLst>
          </a:custGeom>
          <a:ln w="6953">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0" name="object 20">
            <a:extLst>
              <a:ext uri="{FF2B5EF4-FFF2-40B4-BE49-F238E27FC236}">
                <a16:creationId xmlns:a16="http://schemas.microsoft.com/office/drawing/2014/main" xmlns="" id="{7B2E3A24-D106-C04D-8289-A0846A23F622}"/>
              </a:ext>
            </a:extLst>
          </p:cNvPr>
          <p:cNvSpPr/>
          <p:nvPr/>
        </p:nvSpPr>
        <p:spPr>
          <a:xfrm>
            <a:off x="3716338" y="4416425"/>
            <a:ext cx="3175" cy="4763"/>
          </a:xfrm>
          <a:custGeom>
            <a:avLst/>
            <a:gdLst/>
            <a:ahLst/>
            <a:cxnLst/>
            <a:rect l="l" t="t" r="r" b="b"/>
            <a:pathLst>
              <a:path w="4445" h="6985">
                <a:moveTo>
                  <a:pt x="0" y="6957"/>
                </a:moveTo>
                <a:lnTo>
                  <a:pt x="4171" y="0"/>
                </a:lnTo>
              </a:path>
            </a:pathLst>
          </a:custGeom>
          <a:ln w="6953">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1" name="object 21">
            <a:extLst>
              <a:ext uri="{FF2B5EF4-FFF2-40B4-BE49-F238E27FC236}">
                <a16:creationId xmlns:a16="http://schemas.microsoft.com/office/drawing/2014/main" xmlns="" id="{6D57B1B2-090B-A841-968B-4D167B056620}"/>
              </a:ext>
            </a:extLst>
          </p:cNvPr>
          <p:cNvSpPr/>
          <p:nvPr/>
        </p:nvSpPr>
        <p:spPr>
          <a:xfrm>
            <a:off x="3721100" y="4408488"/>
            <a:ext cx="4763" cy="6350"/>
          </a:xfrm>
          <a:custGeom>
            <a:avLst/>
            <a:gdLst/>
            <a:ahLst/>
            <a:cxnLst/>
            <a:rect l="l" t="t" r="r" b="b"/>
            <a:pathLst>
              <a:path w="5714" h="6985">
                <a:moveTo>
                  <a:pt x="0" y="6957"/>
                </a:moveTo>
                <a:lnTo>
                  <a:pt x="5561" y="0"/>
                </a:lnTo>
              </a:path>
            </a:pathLst>
          </a:custGeom>
          <a:ln w="6954">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2" name="object 22">
            <a:extLst>
              <a:ext uri="{FF2B5EF4-FFF2-40B4-BE49-F238E27FC236}">
                <a16:creationId xmlns:a16="http://schemas.microsoft.com/office/drawing/2014/main" xmlns="" id="{1CF41E03-044D-AE49-BD65-17295430D4E3}"/>
              </a:ext>
            </a:extLst>
          </p:cNvPr>
          <p:cNvSpPr/>
          <p:nvPr/>
        </p:nvSpPr>
        <p:spPr>
          <a:xfrm>
            <a:off x="3727450" y="4400550"/>
            <a:ext cx="4763" cy="6350"/>
          </a:xfrm>
          <a:custGeom>
            <a:avLst/>
            <a:gdLst/>
            <a:ahLst/>
            <a:cxnLst/>
            <a:rect l="l" t="t" r="r" b="b"/>
            <a:pathLst>
              <a:path w="5714" h="6985">
                <a:moveTo>
                  <a:pt x="0" y="6957"/>
                </a:moveTo>
                <a:lnTo>
                  <a:pt x="5561" y="0"/>
                </a:lnTo>
              </a:path>
            </a:pathLst>
          </a:custGeom>
          <a:ln w="6954">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3" name="object 23">
            <a:extLst>
              <a:ext uri="{FF2B5EF4-FFF2-40B4-BE49-F238E27FC236}">
                <a16:creationId xmlns:a16="http://schemas.microsoft.com/office/drawing/2014/main" xmlns="" id="{F93E26CB-7347-4D42-A10C-1B57060BA47A}"/>
              </a:ext>
            </a:extLst>
          </p:cNvPr>
          <p:cNvSpPr/>
          <p:nvPr/>
        </p:nvSpPr>
        <p:spPr>
          <a:xfrm>
            <a:off x="3733800" y="4394200"/>
            <a:ext cx="4763" cy="6350"/>
          </a:xfrm>
          <a:custGeom>
            <a:avLst/>
            <a:gdLst/>
            <a:ahLst/>
            <a:cxnLst/>
            <a:rect l="l" t="t" r="r" b="b"/>
            <a:pathLst>
              <a:path w="5714" h="6985">
                <a:moveTo>
                  <a:pt x="0" y="6957"/>
                </a:moveTo>
                <a:lnTo>
                  <a:pt x="5561" y="0"/>
                </a:lnTo>
              </a:path>
            </a:pathLst>
          </a:custGeom>
          <a:ln w="6954">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4" name="object 24">
            <a:extLst>
              <a:ext uri="{FF2B5EF4-FFF2-40B4-BE49-F238E27FC236}">
                <a16:creationId xmlns:a16="http://schemas.microsoft.com/office/drawing/2014/main" xmlns="" id="{FE11A0A7-F1BA-3044-A027-E0F11E57061D}"/>
              </a:ext>
            </a:extLst>
          </p:cNvPr>
          <p:cNvSpPr/>
          <p:nvPr/>
        </p:nvSpPr>
        <p:spPr>
          <a:xfrm>
            <a:off x="3740150" y="4384675"/>
            <a:ext cx="4763" cy="7938"/>
          </a:xfrm>
          <a:custGeom>
            <a:avLst/>
            <a:gdLst/>
            <a:ahLst/>
            <a:cxnLst/>
            <a:rect l="l" t="t" r="r" b="b"/>
            <a:pathLst>
              <a:path w="5714" h="8889">
                <a:moveTo>
                  <a:pt x="0" y="8349"/>
                </a:moveTo>
                <a:lnTo>
                  <a:pt x="5561" y="0"/>
                </a:lnTo>
              </a:path>
            </a:pathLst>
          </a:custGeom>
          <a:ln w="6953">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5" name="object 25">
            <a:extLst>
              <a:ext uri="{FF2B5EF4-FFF2-40B4-BE49-F238E27FC236}">
                <a16:creationId xmlns:a16="http://schemas.microsoft.com/office/drawing/2014/main" xmlns="" id="{C5983026-B055-5D4D-8416-DFE86D616A86}"/>
              </a:ext>
            </a:extLst>
          </p:cNvPr>
          <p:cNvSpPr/>
          <p:nvPr/>
        </p:nvSpPr>
        <p:spPr>
          <a:xfrm>
            <a:off x="3746500" y="4379913"/>
            <a:ext cx="4763" cy="4762"/>
          </a:xfrm>
          <a:custGeom>
            <a:avLst/>
            <a:gdLst/>
            <a:ahLst/>
            <a:cxnLst/>
            <a:rect l="l" t="t" r="r" b="b"/>
            <a:pathLst>
              <a:path w="6985" h="4445">
                <a:moveTo>
                  <a:pt x="0" y="4174"/>
                </a:moveTo>
                <a:lnTo>
                  <a:pt x="6952" y="0"/>
                </a:lnTo>
              </a:path>
            </a:pathLst>
          </a:custGeom>
          <a:ln w="6956">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6" name="object 26">
            <a:extLst>
              <a:ext uri="{FF2B5EF4-FFF2-40B4-BE49-F238E27FC236}">
                <a16:creationId xmlns:a16="http://schemas.microsoft.com/office/drawing/2014/main" xmlns="" id="{485CF14F-99FB-884B-B82F-3A76806F5ADD}"/>
              </a:ext>
            </a:extLst>
          </p:cNvPr>
          <p:cNvSpPr/>
          <p:nvPr/>
        </p:nvSpPr>
        <p:spPr>
          <a:xfrm>
            <a:off x="3752850" y="4371975"/>
            <a:ext cx="6350" cy="7938"/>
          </a:xfrm>
          <a:custGeom>
            <a:avLst/>
            <a:gdLst/>
            <a:ahLst/>
            <a:cxnLst/>
            <a:rect l="l" t="t" r="r" b="b"/>
            <a:pathLst>
              <a:path w="6985" h="8889">
                <a:moveTo>
                  <a:pt x="0" y="8349"/>
                </a:moveTo>
                <a:lnTo>
                  <a:pt x="6952" y="0"/>
                </a:lnTo>
              </a:path>
            </a:pathLst>
          </a:custGeom>
          <a:ln w="6954">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7" name="object 27">
            <a:extLst>
              <a:ext uri="{FF2B5EF4-FFF2-40B4-BE49-F238E27FC236}">
                <a16:creationId xmlns:a16="http://schemas.microsoft.com/office/drawing/2014/main" xmlns="" id="{DACF79FB-F0EA-5F41-89F6-4BD4D79532A5}"/>
              </a:ext>
            </a:extLst>
          </p:cNvPr>
          <p:cNvSpPr/>
          <p:nvPr/>
        </p:nvSpPr>
        <p:spPr>
          <a:xfrm>
            <a:off x="3760788" y="4364038"/>
            <a:ext cx="6350" cy="6350"/>
          </a:xfrm>
          <a:custGeom>
            <a:avLst/>
            <a:gdLst/>
            <a:ahLst/>
            <a:cxnLst/>
            <a:rect l="l" t="t" r="r" b="b"/>
            <a:pathLst>
              <a:path w="6985" h="6985">
                <a:moveTo>
                  <a:pt x="0" y="6957"/>
                </a:moveTo>
                <a:lnTo>
                  <a:pt x="6952" y="0"/>
                </a:lnTo>
              </a:path>
            </a:pathLst>
          </a:custGeom>
          <a:ln w="6954">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8" name="object 28">
            <a:extLst>
              <a:ext uri="{FF2B5EF4-FFF2-40B4-BE49-F238E27FC236}">
                <a16:creationId xmlns:a16="http://schemas.microsoft.com/office/drawing/2014/main" xmlns="" id="{BE4E3E6F-903A-FC46-AC76-947C70CD4E22}"/>
              </a:ext>
            </a:extLst>
          </p:cNvPr>
          <p:cNvSpPr/>
          <p:nvPr/>
        </p:nvSpPr>
        <p:spPr>
          <a:xfrm>
            <a:off x="3767138" y="4357688"/>
            <a:ext cx="9525" cy="4762"/>
          </a:xfrm>
          <a:custGeom>
            <a:avLst/>
            <a:gdLst/>
            <a:ahLst/>
            <a:cxnLst/>
            <a:rect l="l" t="t" r="r" b="b"/>
            <a:pathLst>
              <a:path w="10160" h="5714">
                <a:moveTo>
                  <a:pt x="0" y="5566"/>
                </a:moveTo>
                <a:lnTo>
                  <a:pt x="9733" y="0"/>
                </a:lnTo>
              </a:path>
            </a:pathLst>
          </a:custGeom>
          <a:ln w="6956">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9" name="object 29">
            <a:extLst>
              <a:ext uri="{FF2B5EF4-FFF2-40B4-BE49-F238E27FC236}">
                <a16:creationId xmlns:a16="http://schemas.microsoft.com/office/drawing/2014/main" xmlns="" id="{3021A4FD-EC37-0B43-A5E5-2890EEC1AAAF}"/>
              </a:ext>
            </a:extLst>
          </p:cNvPr>
          <p:cNvSpPr/>
          <p:nvPr/>
        </p:nvSpPr>
        <p:spPr>
          <a:xfrm>
            <a:off x="3778250" y="4351338"/>
            <a:ext cx="4763" cy="4762"/>
          </a:xfrm>
          <a:custGeom>
            <a:avLst/>
            <a:gdLst/>
            <a:ahLst/>
            <a:cxnLst/>
            <a:rect l="l" t="t" r="r" b="b"/>
            <a:pathLst>
              <a:path w="6985" h="6985">
                <a:moveTo>
                  <a:pt x="0" y="6957"/>
                </a:moveTo>
                <a:lnTo>
                  <a:pt x="6952" y="0"/>
                </a:lnTo>
              </a:path>
            </a:pathLst>
          </a:custGeom>
          <a:ln w="6954">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30" name="object 30">
            <a:extLst>
              <a:ext uri="{FF2B5EF4-FFF2-40B4-BE49-F238E27FC236}">
                <a16:creationId xmlns:a16="http://schemas.microsoft.com/office/drawing/2014/main" xmlns="" id="{697149E7-22D9-244D-AC91-A41316709A22}"/>
              </a:ext>
            </a:extLst>
          </p:cNvPr>
          <p:cNvSpPr/>
          <p:nvPr/>
        </p:nvSpPr>
        <p:spPr>
          <a:xfrm>
            <a:off x="3784600" y="4344988"/>
            <a:ext cx="7938" cy="4762"/>
          </a:xfrm>
          <a:custGeom>
            <a:avLst/>
            <a:gdLst/>
            <a:ahLst/>
            <a:cxnLst/>
            <a:rect l="l" t="t" r="r" b="b"/>
            <a:pathLst>
              <a:path w="8889" h="5714">
                <a:moveTo>
                  <a:pt x="0" y="5566"/>
                </a:moveTo>
                <a:lnTo>
                  <a:pt x="8342" y="0"/>
                </a:lnTo>
              </a:path>
            </a:pathLst>
          </a:custGeom>
          <a:ln w="695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31" name="object 31">
            <a:extLst>
              <a:ext uri="{FF2B5EF4-FFF2-40B4-BE49-F238E27FC236}">
                <a16:creationId xmlns:a16="http://schemas.microsoft.com/office/drawing/2014/main" xmlns="" id="{ECF17A66-C323-154B-9BC3-72D2999E95D6}"/>
              </a:ext>
            </a:extLst>
          </p:cNvPr>
          <p:cNvSpPr/>
          <p:nvPr/>
        </p:nvSpPr>
        <p:spPr>
          <a:xfrm>
            <a:off x="3794125" y="4337050"/>
            <a:ext cx="9525" cy="6350"/>
          </a:xfrm>
          <a:custGeom>
            <a:avLst/>
            <a:gdLst/>
            <a:ahLst/>
            <a:cxnLst/>
            <a:rect l="l" t="t" r="r" b="b"/>
            <a:pathLst>
              <a:path w="11429" h="6985">
                <a:moveTo>
                  <a:pt x="0" y="6957"/>
                </a:moveTo>
                <a:lnTo>
                  <a:pt x="11123" y="0"/>
                </a:lnTo>
              </a:path>
            </a:pathLst>
          </a:custGeom>
          <a:ln w="6956">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32" name="object 32">
            <a:extLst>
              <a:ext uri="{FF2B5EF4-FFF2-40B4-BE49-F238E27FC236}">
                <a16:creationId xmlns:a16="http://schemas.microsoft.com/office/drawing/2014/main" xmlns="" id="{C55EEA8A-2D08-7945-AB10-C920A854980A}"/>
              </a:ext>
            </a:extLst>
          </p:cNvPr>
          <p:cNvSpPr/>
          <p:nvPr/>
        </p:nvSpPr>
        <p:spPr>
          <a:xfrm>
            <a:off x="3805238" y="4324350"/>
            <a:ext cx="17462" cy="11113"/>
          </a:xfrm>
          <a:custGeom>
            <a:avLst/>
            <a:gdLst/>
            <a:ahLst/>
            <a:cxnLst/>
            <a:rect l="l" t="t" r="r" b="b"/>
            <a:pathLst>
              <a:path w="20954" h="12700">
                <a:moveTo>
                  <a:pt x="0" y="12523"/>
                </a:moveTo>
                <a:lnTo>
                  <a:pt x="20856" y="0"/>
                </a:lnTo>
              </a:path>
            </a:pathLst>
          </a:custGeom>
          <a:ln w="6956">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33" name="object 33">
            <a:extLst>
              <a:ext uri="{FF2B5EF4-FFF2-40B4-BE49-F238E27FC236}">
                <a16:creationId xmlns:a16="http://schemas.microsoft.com/office/drawing/2014/main" xmlns="" id="{1DABCAA5-1E36-8248-98EF-DE6759D02629}"/>
              </a:ext>
            </a:extLst>
          </p:cNvPr>
          <p:cNvSpPr/>
          <p:nvPr/>
        </p:nvSpPr>
        <p:spPr>
          <a:xfrm>
            <a:off x="3824288" y="4313238"/>
            <a:ext cx="20637" cy="11112"/>
          </a:xfrm>
          <a:custGeom>
            <a:avLst/>
            <a:gdLst/>
            <a:ahLst/>
            <a:cxnLst/>
            <a:rect l="l" t="t" r="r" b="b"/>
            <a:pathLst>
              <a:path w="22860" h="12700">
                <a:moveTo>
                  <a:pt x="0" y="12523"/>
                </a:moveTo>
                <a:lnTo>
                  <a:pt x="22247" y="0"/>
                </a:lnTo>
              </a:path>
            </a:pathLst>
          </a:custGeom>
          <a:ln w="6956">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34" name="object 34">
            <a:extLst>
              <a:ext uri="{FF2B5EF4-FFF2-40B4-BE49-F238E27FC236}">
                <a16:creationId xmlns:a16="http://schemas.microsoft.com/office/drawing/2014/main" xmlns="" id="{08A96C27-C965-A447-A9E1-306D085CA9EF}"/>
              </a:ext>
            </a:extLst>
          </p:cNvPr>
          <p:cNvSpPr/>
          <p:nvPr/>
        </p:nvSpPr>
        <p:spPr>
          <a:xfrm>
            <a:off x="3844925" y="4300538"/>
            <a:ext cx="22225" cy="11112"/>
          </a:xfrm>
          <a:custGeom>
            <a:avLst/>
            <a:gdLst/>
            <a:ahLst/>
            <a:cxnLst/>
            <a:rect l="l" t="t" r="r" b="b"/>
            <a:pathLst>
              <a:path w="25400" h="12700">
                <a:moveTo>
                  <a:pt x="0" y="12523"/>
                </a:moveTo>
                <a:lnTo>
                  <a:pt x="25027" y="0"/>
                </a:lnTo>
              </a:path>
            </a:pathLst>
          </a:custGeom>
          <a:ln w="6956">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35" name="object 35">
            <a:extLst>
              <a:ext uri="{FF2B5EF4-FFF2-40B4-BE49-F238E27FC236}">
                <a16:creationId xmlns:a16="http://schemas.microsoft.com/office/drawing/2014/main" xmlns="" id="{6BAA619C-35E0-1848-90BC-EB551FF6A21C}"/>
              </a:ext>
            </a:extLst>
          </p:cNvPr>
          <p:cNvSpPr/>
          <p:nvPr/>
        </p:nvSpPr>
        <p:spPr>
          <a:xfrm>
            <a:off x="3868738" y="4287838"/>
            <a:ext cx="22225" cy="11112"/>
          </a:xfrm>
          <a:custGeom>
            <a:avLst/>
            <a:gdLst/>
            <a:ahLst/>
            <a:cxnLst/>
            <a:rect l="l" t="t" r="r" b="b"/>
            <a:pathLst>
              <a:path w="25400" h="12700">
                <a:moveTo>
                  <a:pt x="0" y="12523"/>
                </a:moveTo>
                <a:lnTo>
                  <a:pt x="25027" y="0"/>
                </a:lnTo>
              </a:path>
            </a:pathLst>
          </a:custGeom>
          <a:ln w="6956">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36" name="object 36">
            <a:extLst>
              <a:ext uri="{FF2B5EF4-FFF2-40B4-BE49-F238E27FC236}">
                <a16:creationId xmlns:a16="http://schemas.microsoft.com/office/drawing/2014/main" xmlns="" id="{E8C9BDD0-4A77-DE4D-81A4-BBF1D982D683}"/>
              </a:ext>
            </a:extLst>
          </p:cNvPr>
          <p:cNvSpPr/>
          <p:nvPr/>
        </p:nvSpPr>
        <p:spPr>
          <a:xfrm>
            <a:off x="3890963" y="4276725"/>
            <a:ext cx="25400" cy="11113"/>
          </a:xfrm>
          <a:custGeom>
            <a:avLst/>
            <a:gdLst/>
            <a:ahLst/>
            <a:cxnLst/>
            <a:rect l="l" t="t" r="r" b="b"/>
            <a:pathLst>
              <a:path w="27939" h="12700">
                <a:moveTo>
                  <a:pt x="0" y="12523"/>
                </a:moveTo>
                <a:lnTo>
                  <a:pt x="27808" y="0"/>
                </a:lnTo>
              </a:path>
            </a:pathLst>
          </a:custGeom>
          <a:ln w="6956">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37" name="object 37">
            <a:extLst>
              <a:ext uri="{FF2B5EF4-FFF2-40B4-BE49-F238E27FC236}">
                <a16:creationId xmlns:a16="http://schemas.microsoft.com/office/drawing/2014/main" xmlns="" id="{6E689E09-8371-214E-A0C2-E9F43A419968}"/>
              </a:ext>
            </a:extLst>
          </p:cNvPr>
          <p:cNvSpPr/>
          <p:nvPr/>
        </p:nvSpPr>
        <p:spPr>
          <a:xfrm>
            <a:off x="3917950" y="4265613"/>
            <a:ext cx="26988" cy="11112"/>
          </a:xfrm>
          <a:custGeom>
            <a:avLst/>
            <a:gdLst/>
            <a:ahLst/>
            <a:cxnLst/>
            <a:rect l="l" t="t" r="r" b="b"/>
            <a:pathLst>
              <a:path w="31114" h="12700">
                <a:moveTo>
                  <a:pt x="0" y="12523"/>
                </a:moveTo>
                <a:lnTo>
                  <a:pt x="30589" y="0"/>
                </a:lnTo>
              </a:path>
            </a:pathLst>
          </a:custGeom>
          <a:ln w="6956">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38" name="object 38">
            <a:extLst>
              <a:ext uri="{FF2B5EF4-FFF2-40B4-BE49-F238E27FC236}">
                <a16:creationId xmlns:a16="http://schemas.microsoft.com/office/drawing/2014/main" xmlns="" id="{ACCFA117-CDDD-674C-885A-2D0D2E778487}"/>
              </a:ext>
            </a:extLst>
          </p:cNvPr>
          <p:cNvSpPr/>
          <p:nvPr/>
        </p:nvSpPr>
        <p:spPr>
          <a:xfrm>
            <a:off x="3944938" y="4256088"/>
            <a:ext cx="26987" cy="9525"/>
          </a:xfrm>
          <a:custGeom>
            <a:avLst/>
            <a:gdLst/>
            <a:ahLst/>
            <a:cxnLst/>
            <a:rect l="l" t="t" r="r" b="b"/>
            <a:pathLst>
              <a:path w="29210" h="11429">
                <a:moveTo>
                  <a:pt x="0" y="11132"/>
                </a:moveTo>
                <a:lnTo>
                  <a:pt x="29199" y="0"/>
                </a:lnTo>
              </a:path>
            </a:pathLst>
          </a:custGeom>
          <a:ln w="6956">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39" name="object 39">
            <a:extLst>
              <a:ext uri="{FF2B5EF4-FFF2-40B4-BE49-F238E27FC236}">
                <a16:creationId xmlns:a16="http://schemas.microsoft.com/office/drawing/2014/main" xmlns="" id="{5D52D5EE-48AE-E947-8DF9-ECC1EB9E19FB}"/>
              </a:ext>
            </a:extLst>
          </p:cNvPr>
          <p:cNvSpPr/>
          <p:nvPr/>
        </p:nvSpPr>
        <p:spPr>
          <a:xfrm>
            <a:off x="3971925" y="4246563"/>
            <a:ext cx="28575" cy="9525"/>
          </a:xfrm>
          <a:custGeom>
            <a:avLst/>
            <a:gdLst/>
            <a:ahLst/>
            <a:cxnLst/>
            <a:rect l="l" t="t" r="r" b="b"/>
            <a:pathLst>
              <a:path w="32385" h="11429">
                <a:moveTo>
                  <a:pt x="0" y="11132"/>
                </a:moveTo>
                <a:lnTo>
                  <a:pt x="31980" y="0"/>
                </a:lnTo>
              </a:path>
            </a:pathLst>
          </a:custGeom>
          <a:ln w="6957">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40" name="object 40">
            <a:extLst>
              <a:ext uri="{FF2B5EF4-FFF2-40B4-BE49-F238E27FC236}">
                <a16:creationId xmlns:a16="http://schemas.microsoft.com/office/drawing/2014/main" xmlns="" id="{8785846D-3E15-1A41-98B3-5AAA96127246}"/>
              </a:ext>
            </a:extLst>
          </p:cNvPr>
          <p:cNvSpPr/>
          <p:nvPr/>
        </p:nvSpPr>
        <p:spPr>
          <a:xfrm>
            <a:off x="4002088" y="4237038"/>
            <a:ext cx="30162" cy="9525"/>
          </a:xfrm>
          <a:custGeom>
            <a:avLst/>
            <a:gdLst/>
            <a:ahLst/>
            <a:cxnLst/>
            <a:rect l="l" t="t" r="r" b="b"/>
            <a:pathLst>
              <a:path w="33654" h="10160">
                <a:moveTo>
                  <a:pt x="0" y="9740"/>
                </a:moveTo>
                <a:lnTo>
                  <a:pt x="33370" y="0"/>
                </a:lnTo>
              </a:path>
            </a:pathLst>
          </a:custGeom>
          <a:ln w="556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41" name="object 41">
            <a:extLst>
              <a:ext uri="{FF2B5EF4-FFF2-40B4-BE49-F238E27FC236}">
                <a16:creationId xmlns:a16="http://schemas.microsoft.com/office/drawing/2014/main" xmlns="" id="{0EC1DF88-01E1-674E-9686-0C92CB80420A}"/>
              </a:ext>
            </a:extLst>
          </p:cNvPr>
          <p:cNvSpPr/>
          <p:nvPr/>
        </p:nvSpPr>
        <p:spPr>
          <a:xfrm>
            <a:off x="4032250" y="4230688"/>
            <a:ext cx="30163" cy="7937"/>
          </a:xfrm>
          <a:custGeom>
            <a:avLst/>
            <a:gdLst/>
            <a:ahLst/>
            <a:cxnLst/>
            <a:rect l="l" t="t" r="r" b="b"/>
            <a:pathLst>
              <a:path w="33654" h="8889">
                <a:moveTo>
                  <a:pt x="0" y="8349"/>
                </a:moveTo>
                <a:lnTo>
                  <a:pt x="33370" y="0"/>
                </a:lnTo>
              </a:path>
            </a:pathLst>
          </a:custGeom>
          <a:ln w="556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42" name="object 42">
            <a:extLst>
              <a:ext uri="{FF2B5EF4-FFF2-40B4-BE49-F238E27FC236}">
                <a16:creationId xmlns:a16="http://schemas.microsoft.com/office/drawing/2014/main" xmlns="" id="{C69F23C5-F64A-F443-85A1-0DE1477937C0}"/>
              </a:ext>
            </a:extLst>
          </p:cNvPr>
          <p:cNvSpPr/>
          <p:nvPr/>
        </p:nvSpPr>
        <p:spPr>
          <a:xfrm>
            <a:off x="4064000" y="4222750"/>
            <a:ext cx="31750" cy="7938"/>
          </a:xfrm>
          <a:custGeom>
            <a:avLst/>
            <a:gdLst/>
            <a:ahLst/>
            <a:cxnLst/>
            <a:rect l="l" t="t" r="r" b="b"/>
            <a:pathLst>
              <a:path w="36195" h="8889">
                <a:moveTo>
                  <a:pt x="0" y="8349"/>
                </a:moveTo>
                <a:lnTo>
                  <a:pt x="36151" y="0"/>
                </a:lnTo>
              </a:path>
            </a:pathLst>
          </a:custGeom>
          <a:ln w="556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43" name="object 43">
            <a:extLst>
              <a:ext uri="{FF2B5EF4-FFF2-40B4-BE49-F238E27FC236}">
                <a16:creationId xmlns:a16="http://schemas.microsoft.com/office/drawing/2014/main" xmlns="" id="{EDD1A21B-123F-DC4E-BCCC-54149E4BEDE2}"/>
              </a:ext>
            </a:extLst>
          </p:cNvPr>
          <p:cNvSpPr/>
          <p:nvPr/>
        </p:nvSpPr>
        <p:spPr>
          <a:xfrm>
            <a:off x="4097338" y="4214813"/>
            <a:ext cx="31750" cy="7937"/>
          </a:xfrm>
          <a:custGeom>
            <a:avLst/>
            <a:gdLst/>
            <a:ahLst/>
            <a:cxnLst/>
            <a:rect l="l" t="t" r="r" b="b"/>
            <a:pathLst>
              <a:path w="36195" h="10160">
                <a:moveTo>
                  <a:pt x="0" y="9740"/>
                </a:moveTo>
                <a:lnTo>
                  <a:pt x="36151" y="0"/>
                </a:lnTo>
              </a:path>
            </a:pathLst>
          </a:custGeom>
          <a:ln w="556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44" name="object 44">
            <a:extLst>
              <a:ext uri="{FF2B5EF4-FFF2-40B4-BE49-F238E27FC236}">
                <a16:creationId xmlns:a16="http://schemas.microsoft.com/office/drawing/2014/main" xmlns="" id="{8844B1A4-08C0-DB4A-AA02-53E76826F27A}"/>
              </a:ext>
            </a:extLst>
          </p:cNvPr>
          <p:cNvSpPr/>
          <p:nvPr/>
        </p:nvSpPr>
        <p:spPr>
          <a:xfrm>
            <a:off x="4129088" y="4208463"/>
            <a:ext cx="33337" cy="6350"/>
          </a:xfrm>
          <a:custGeom>
            <a:avLst/>
            <a:gdLst/>
            <a:ahLst/>
            <a:cxnLst/>
            <a:rect l="l" t="t" r="r" b="b"/>
            <a:pathLst>
              <a:path w="36195" h="6985">
                <a:moveTo>
                  <a:pt x="0" y="6957"/>
                </a:moveTo>
                <a:lnTo>
                  <a:pt x="36151" y="0"/>
                </a:lnTo>
              </a:path>
            </a:pathLst>
          </a:custGeom>
          <a:ln w="556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45" name="object 45">
            <a:extLst>
              <a:ext uri="{FF2B5EF4-FFF2-40B4-BE49-F238E27FC236}">
                <a16:creationId xmlns:a16="http://schemas.microsoft.com/office/drawing/2014/main" xmlns="" id="{FB5C2193-AAB6-6B40-AA79-B2584BBBC738}"/>
              </a:ext>
            </a:extLst>
          </p:cNvPr>
          <p:cNvSpPr/>
          <p:nvPr/>
        </p:nvSpPr>
        <p:spPr>
          <a:xfrm>
            <a:off x="4162425" y="4203700"/>
            <a:ext cx="34925" cy="4763"/>
          </a:xfrm>
          <a:custGeom>
            <a:avLst/>
            <a:gdLst/>
            <a:ahLst/>
            <a:cxnLst/>
            <a:rect l="l" t="t" r="r" b="b"/>
            <a:pathLst>
              <a:path w="39370" h="5714">
                <a:moveTo>
                  <a:pt x="0" y="5566"/>
                </a:moveTo>
                <a:lnTo>
                  <a:pt x="38932" y="0"/>
                </a:lnTo>
              </a:path>
            </a:pathLst>
          </a:custGeom>
          <a:ln w="5566">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46" name="object 46">
            <a:extLst>
              <a:ext uri="{FF2B5EF4-FFF2-40B4-BE49-F238E27FC236}">
                <a16:creationId xmlns:a16="http://schemas.microsoft.com/office/drawing/2014/main" xmlns="" id="{70DD5C01-9B94-EE4A-B43A-6648BE32632B}"/>
              </a:ext>
            </a:extLst>
          </p:cNvPr>
          <p:cNvSpPr/>
          <p:nvPr/>
        </p:nvSpPr>
        <p:spPr>
          <a:xfrm>
            <a:off x="4198938" y="4198938"/>
            <a:ext cx="34925" cy="4762"/>
          </a:xfrm>
          <a:custGeom>
            <a:avLst/>
            <a:gdLst/>
            <a:ahLst/>
            <a:cxnLst/>
            <a:rect l="l" t="t" r="r" b="b"/>
            <a:pathLst>
              <a:path w="39370" h="5714">
                <a:moveTo>
                  <a:pt x="0" y="5566"/>
                </a:moveTo>
                <a:lnTo>
                  <a:pt x="38932" y="0"/>
                </a:lnTo>
              </a:path>
            </a:pathLst>
          </a:custGeom>
          <a:ln w="5566">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47" name="object 47">
            <a:extLst>
              <a:ext uri="{FF2B5EF4-FFF2-40B4-BE49-F238E27FC236}">
                <a16:creationId xmlns:a16="http://schemas.microsoft.com/office/drawing/2014/main" xmlns="" id="{E7E2C165-0170-1A49-B2A6-1231355B7A00}"/>
              </a:ext>
            </a:extLst>
          </p:cNvPr>
          <p:cNvSpPr/>
          <p:nvPr/>
        </p:nvSpPr>
        <p:spPr>
          <a:xfrm>
            <a:off x="4233863" y="4194175"/>
            <a:ext cx="36512" cy="4763"/>
          </a:xfrm>
          <a:custGeom>
            <a:avLst/>
            <a:gdLst/>
            <a:ahLst/>
            <a:cxnLst/>
            <a:rect l="l" t="t" r="r" b="b"/>
            <a:pathLst>
              <a:path w="40639" h="5714">
                <a:moveTo>
                  <a:pt x="0" y="5566"/>
                </a:moveTo>
                <a:lnTo>
                  <a:pt x="40322" y="0"/>
                </a:lnTo>
              </a:path>
            </a:pathLst>
          </a:custGeom>
          <a:ln w="5566">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48" name="object 48">
            <a:extLst>
              <a:ext uri="{FF2B5EF4-FFF2-40B4-BE49-F238E27FC236}">
                <a16:creationId xmlns:a16="http://schemas.microsoft.com/office/drawing/2014/main" xmlns="" id="{C4260842-D712-4744-88F3-1185B19CABAF}"/>
              </a:ext>
            </a:extLst>
          </p:cNvPr>
          <p:cNvSpPr/>
          <p:nvPr/>
        </p:nvSpPr>
        <p:spPr>
          <a:xfrm>
            <a:off x="4270375" y="4191000"/>
            <a:ext cx="36513" cy="3175"/>
          </a:xfrm>
          <a:custGeom>
            <a:avLst/>
            <a:gdLst/>
            <a:ahLst/>
            <a:cxnLst/>
            <a:rect l="l" t="t" r="r" b="b"/>
            <a:pathLst>
              <a:path w="40639" h="3175">
                <a:moveTo>
                  <a:pt x="-2783" y="1391"/>
                </a:moveTo>
                <a:lnTo>
                  <a:pt x="43105" y="1391"/>
                </a:lnTo>
              </a:path>
            </a:pathLst>
          </a:custGeom>
          <a:ln w="8349">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49" name="object 49">
            <a:extLst>
              <a:ext uri="{FF2B5EF4-FFF2-40B4-BE49-F238E27FC236}">
                <a16:creationId xmlns:a16="http://schemas.microsoft.com/office/drawing/2014/main" xmlns="" id="{FD93F38A-9CCC-1B41-98CD-322B593CA495}"/>
              </a:ext>
            </a:extLst>
          </p:cNvPr>
          <p:cNvSpPr/>
          <p:nvPr/>
        </p:nvSpPr>
        <p:spPr>
          <a:xfrm>
            <a:off x="4306888" y="4187825"/>
            <a:ext cx="38100" cy="3175"/>
          </a:xfrm>
          <a:custGeom>
            <a:avLst/>
            <a:gdLst/>
            <a:ahLst/>
            <a:cxnLst/>
            <a:rect l="l" t="t" r="r" b="b"/>
            <a:pathLst>
              <a:path w="41910" h="4445">
                <a:moveTo>
                  <a:pt x="-2783" y="2087"/>
                </a:moveTo>
                <a:lnTo>
                  <a:pt x="44496" y="2087"/>
                </a:lnTo>
              </a:path>
            </a:pathLst>
          </a:custGeom>
          <a:ln w="9740">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50" name="object 50">
            <a:extLst>
              <a:ext uri="{FF2B5EF4-FFF2-40B4-BE49-F238E27FC236}">
                <a16:creationId xmlns:a16="http://schemas.microsoft.com/office/drawing/2014/main" xmlns="" id="{510E9A3E-DDD7-2540-B301-B6ACB2EF3846}"/>
              </a:ext>
            </a:extLst>
          </p:cNvPr>
          <p:cNvSpPr/>
          <p:nvPr/>
        </p:nvSpPr>
        <p:spPr>
          <a:xfrm>
            <a:off x="4344988" y="4184650"/>
            <a:ext cx="38100" cy="3175"/>
          </a:xfrm>
          <a:custGeom>
            <a:avLst/>
            <a:gdLst/>
            <a:ahLst/>
            <a:cxnLst/>
            <a:rect l="l" t="t" r="r" b="b"/>
            <a:pathLst>
              <a:path w="43179" h="3175">
                <a:moveTo>
                  <a:pt x="-2783" y="1391"/>
                </a:moveTo>
                <a:lnTo>
                  <a:pt x="45886" y="1391"/>
                </a:lnTo>
              </a:path>
            </a:pathLst>
          </a:custGeom>
          <a:ln w="8349">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51" name="object 51">
            <a:extLst>
              <a:ext uri="{FF2B5EF4-FFF2-40B4-BE49-F238E27FC236}">
                <a16:creationId xmlns:a16="http://schemas.microsoft.com/office/drawing/2014/main" xmlns="" id="{9D3A66B9-527B-534A-A728-4AC55EFC4858}"/>
              </a:ext>
            </a:extLst>
          </p:cNvPr>
          <p:cNvSpPr/>
          <p:nvPr/>
        </p:nvSpPr>
        <p:spPr>
          <a:xfrm>
            <a:off x="4384675" y="4184650"/>
            <a:ext cx="36513" cy="0"/>
          </a:xfrm>
          <a:custGeom>
            <a:avLst/>
            <a:gdLst/>
            <a:ahLst/>
            <a:cxnLst/>
            <a:rect l="l" t="t" r="r" b="b"/>
            <a:pathLst>
              <a:path w="41910">
                <a:moveTo>
                  <a:pt x="0" y="0"/>
                </a:moveTo>
                <a:lnTo>
                  <a:pt x="41713" y="0"/>
                </a:lnTo>
              </a:path>
            </a:pathLst>
          </a:custGeom>
          <a:ln w="5566">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52" name="object 52">
            <a:extLst>
              <a:ext uri="{FF2B5EF4-FFF2-40B4-BE49-F238E27FC236}">
                <a16:creationId xmlns:a16="http://schemas.microsoft.com/office/drawing/2014/main" xmlns="" id="{3DCA67EA-B3C9-D94B-9CF7-530EC724FB97}"/>
              </a:ext>
            </a:extLst>
          </p:cNvPr>
          <p:cNvSpPr/>
          <p:nvPr/>
        </p:nvSpPr>
        <p:spPr>
          <a:xfrm>
            <a:off x="4422775" y="4183063"/>
            <a:ext cx="39688" cy="1587"/>
          </a:xfrm>
          <a:custGeom>
            <a:avLst/>
            <a:gdLst/>
            <a:ahLst/>
            <a:cxnLst/>
            <a:rect l="l" t="t" r="r" b="b"/>
            <a:pathLst>
              <a:path w="45085" h="1904">
                <a:moveTo>
                  <a:pt x="-2783" y="695"/>
                </a:moveTo>
                <a:lnTo>
                  <a:pt x="47277" y="695"/>
                </a:lnTo>
              </a:path>
            </a:pathLst>
          </a:custGeom>
          <a:ln w="6957">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53" name="object 53">
            <a:extLst>
              <a:ext uri="{FF2B5EF4-FFF2-40B4-BE49-F238E27FC236}">
                <a16:creationId xmlns:a16="http://schemas.microsoft.com/office/drawing/2014/main" xmlns="" id="{CDECECB3-8154-DF46-AD0A-06EE498C1B19}"/>
              </a:ext>
            </a:extLst>
          </p:cNvPr>
          <p:cNvSpPr/>
          <p:nvPr/>
        </p:nvSpPr>
        <p:spPr>
          <a:xfrm>
            <a:off x="4464050" y="4183063"/>
            <a:ext cx="39688" cy="1587"/>
          </a:xfrm>
          <a:custGeom>
            <a:avLst/>
            <a:gdLst/>
            <a:ahLst/>
            <a:cxnLst/>
            <a:rect l="l" t="t" r="r" b="b"/>
            <a:pathLst>
              <a:path w="45085" h="1904">
                <a:moveTo>
                  <a:pt x="-2783" y="695"/>
                </a:moveTo>
                <a:lnTo>
                  <a:pt x="47277" y="695"/>
                </a:lnTo>
              </a:path>
            </a:pathLst>
          </a:custGeom>
          <a:ln w="6957">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54" name="object 54">
            <a:extLst>
              <a:ext uri="{FF2B5EF4-FFF2-40B4-BE49-F238E27FC236}">
                <a16:creationId xmlns:a16="http://schemas.microsoft.com/office/drawing/2014/main" xmlns="" id="{733D4B6B-C980-4A43-BE1E-0C6760E76914}"/>
              </a:ext>
            </a:extLst>
          </p:cNvPr>
          <p:cNvSpPr/>
          <p:nvPr/>
        </p:nvSpPr>
        <p:spPr>
          <a:xfrm>
            <a:off x="4503738" y="4184650"/>
            <a:ext cx="38100" cy="0"/>
          </a:xfrm>
          <a:custGeom>
            <a:avLst/>
            <a:gdLst/>
            <a:ahLst/>
            <a:cxnLst/>
            <a:rect l="l" t="t" r="r" b="b"/>
            <a:pathLst>
              <a:path w="43179">
                <a:moveTo>
                  <a:pt x="0" y="0"/>
                </a:moveTo>
                <a:lnTo>
                  <a:pt x="43103" y="0"/>
                </a:lnTo>
              </a:path>
            </a:pathLst>
          </a:custGeom>
          <a:ln w="5566">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55" name="object 55">
            <a:extLst>
              <a:ext uri="{FF2B5EF4-FFF2-40B4-BE49-F238E27FC236}">
                <a16:creationId xmlns:a16="http://schemas.microsoft.com/office/drawing/2014/main" xmlns="" id="{5FF7F23B-74BE-EE4F-AD6B-35E3FD26E248}"/>
              </a:ext>
            </a:extLst>
          </p:cNvPr>
          <p:cNvSpPr/>
          <p:nvPr/>
        </p:nvSpPr>
        <p:spPr>
          <a:xfrm>
            <a:off x="4543425" y="4184650"/>
            <a:ext cx="38100" cy="3175"/>
          </a:xfrm>
          <a:custGeom>
            <a:avLst/>
            <a:gdLst/>
            <a:ahLst/>
            <a:cxnLst/>
            <a:rect l="l" t="t" r="r" b="b"/>
            <a:pathLst>
              <a:path w="43179" h="3175">
                <a:moveTo>
                  <a:pt x="-2783" y="1391"/>
                </a:moveTo>
                <a:lnTo>
                  <a:pt x="45886" y="1391"/>
                </a:lnTo>
              </a:path>
            </a:pathLst>
          </a:custGeom>
          <a:ln w="8349">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56" name="object 56">
            <a:extLst>
              <a:ext uri="{FF2B5EF4-FFF2-40B4-BE49-F238E27FC236}">
                <a16:creationId xmlns:a16="http://schemas.microsoft.com/office/drawing/2014/main" xmlns="" id="{B165E9DD-C458-1F44-9FC0-63929C3E1FB4}"/>
              </a:ext>
            </a:extLst>
          </p:cNvPr>
          <p:cNvSpPr/>
          <p:nvPr/>
        </p:nvSpPr>
        <p:spPr>
          <a:xfrm>
            <a:off x="4583113" y="4187825"/>
            <a:ext cx="34925" cy="3175"/>
          </a:xfrm>
          <a:custGeom>
            <a:avLst/>
            <a:gdLst/>
            <a:ahLst/>
            <a:cxnLst/>
            <a:rect l="l" t="t" r="r" b="b"/>
            <a:pathLst>
              <a:path w="40639" h="4445">
                <a:moveTo>
                  <a:pt x="-2783" y="2087"/>
                </a:moveTo>
                <a:lnTo>
                  <a:pt x="43105" y="2087"/>
                </a:lnTo>
              </a:path>
            </a:pathLst>
          </a:custGeom>
          <a:ln w="9740">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57" name="object 57">
            <a:extLst>
              <a:ext uri="{FF2B5EF4-FFF2-40B4-BE49-F238E27FC236}">
                <a16:creationId xmlns:a16="http://schemas.microsoft.com/office/drawing/2014/main" xmlns="" id="{1AD72ACC-AFC8-F44B-B76A-31485D429462}"/>
              </a:ext>
            </a:extLst>
          </p:cNvPr>
          <p:cNvSpPr/>
          <p:nvPr/>
        </p:nvSpPr>
        <p:spPr>
          <a:xfrm>
            <a:off x="4619625" y="4191000"/>
            <a:ext cx="34925" cy="3175"/>
          </a:xfrm>
          <a:custGeom>
            <a:avLst/>
            <a:gdLst/>
            <a:ahLst/>
            <a:cxnLst/>
            <a:rect l="l" t="t" r="r" b="b"/>
            <a:pathLst>
              <a:path w="40639" h="3175">
                <a:moveTo>
                  <a:pt x="-2783" y="1391"/>
                </a:moveTo>
                <a:lnTo>
                  <a:pt x="43105" y="1391"/>
                </a:lnTo>
              </a:path>
            </a:pathLst>
          </a:custGeom>
          <a:ln w="8349">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58" name="object 58">
            <a:extLst>
              <a:ext uri="{FF2B5EF4-FFF2-40B4-BE49-F238E27FC236}">
                <a16:creationId xmlns:a16="http://schemas.microsoft.com/office/drawing/2014/main" xmlns="" id="{329C1D21-2216-B944-B628-7FCCC2F6474A}"/>
              </a:ext>
            </a:extLst>
          </p:cNvPr>
          <p:cNvSpPr/>
          <p:nvPr/>
        </p:nvSpPr>
        <p:spPr>
          <a:xfrm>
            <a:off x="4656138" y="4194175"/>
            <a:ext cx="36512" cy="4763"/>
          </a:xfrm>
          <a:custGeom>
            <a:avLst/>
            <a:gdLst/>
            <a:ahLst/>
            <a:cxnLst/>
            <a:rect l="l" t="t" r="r" b="b"/>
            <a:pathLst>
              <a:path w="41910" h="5714">
                <a:moveTo>
                  <a:pt x="0" y="0"/>
                </a:moveTo>
                <a:lnTo>
                  <a:pt x="41713" y="5566"/>
                </a:lnTo>
              </a:path>
            </a:pathLst>
          </a:custGeom>
          <a:ln w="5566">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59" name="object 59">
            <a:extLst>
              <a:ext uri="{FF2B5EF4-FFF2-40B4-BE49-F238E27FC236}">
                <a16:creationId xmlns:a16="http://schemas.microsoft.com/office/drawing/2014/main" xmlns="" id="{BF9C7DD5-F90F-844C-BE29-28F1334EF504}"/>
              </a:ext>
            </a:extLst>
          </p:cNvPr>
          <p:cNvSpPr/>
          <p:nvPr/>
        </p:nvSpPr>
        <p:spPr>
          <a:xfrm>
            <a:off x="4694238" y="4198938"/>
            <a:ext cx="33337" cy="4762"/>
          </a:xfrm>
          <a:custGeom>
            <a:avLst/>
            <a:gdLst/>
            <a:ahLst/>
            <a:cxnLst/>
            <a:rect l="l" t="t" r="r" b="b"/>
            <a:pathLst>
              <a:path w="38100" h="5714">
                <a:moveTo>
                  <a:pt x="0" y="0"/>
                </a:moveTo>
                <a:lnTo>
                  <a:pt x="37541" y="5566"/>
                </a:lnTo>
              </a:path>
            </a:pathLst>
          </a:custGeom>
          <a:ln w="5566">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60" name="object 60">
            <a:extLst>
              <a:ext uri="{FF2B5EF4-FFF2-40B4-BE49-F238E27FC236}">
                <a16:creationId xmlns:a16="http://schemas.microsoft.com/office/drawing/2014/main" xmlns="" id="{767BFE5E-D26E-434B-B1A2-83A663E94C16}"/>
              </a:ext>
            </a:extLst>
          </p:cNvPr>
          <p:cNvSpPr/>
          <p:nvPr/>
        </p:nvSpPr>
        <p:spPr>
          <a:xfrm>
            <a:off x="4729163" y="4203700"/>
            <a:ext cx="33337" cy="4763"/>
          </a:xfrm>
          <a:custGeom>
            <a:avLst/>
            <a:gdLst/>
            <a:ahLst/>
            <a:cxnLst/>
            <a:rect l="l" t="t" r="r" b="b"/>
            <a:pathLst>
              <a:path w="39370" h="5714">
                <a:moveTo>
                  <a:pt x="0" y="0"/>
                </a:moveTo>
                <a:lnTo>
                  <a:pt x="38932" y="5566"/>
                </a:lnTo>
              </a:path>
            </a:pathLst>
          </a:custGeom>
          <a:ln w="5566">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61" name="object 61">
            <a:extLst>
              <a:ext uri="{FF2B5EF4-FFF2-40B4-BE49-F238E27FC236}">
                <a16:creationId xmlns:a16="http://schemas.microsoft.com/office/drawing/2014/main" xmlns="" id="{1D896CC8-8E53-DA45-BB6E-31ABF861FDED}"/>
              </a:ext>
            </a:extLst>
          </p:cNvPr>
          <p:cNvSpPr/>
          <p:nvPr/>
        </p:nvSpPr>
        <p:spPr>
          <a:xfrm>
            <a:off x="4764088" y="4208463"/>
            <a:ext cx="33337" cy="6350"/>
          </a:xfrm>
          <a:custGeom>
            <a:avLst/>
            <a:gdLst/>
            <a:ahLst/>
            <a:cxnLst/>
            <a:rect l="l" t="t" r="r" b="b"/>
            <a:pathLst>
              <a:path w="38100" h="6985">
                <a:moveTo>
                  <a:pt x="0" y="0"/>
                </a:moveTo>
                <a:lnTo>
                  <a:pt x="37541" y="6957"/>
                </a:lnTo>
              </a:path>
            </a:pathLst>
          </a:custGeom>
          <a:ln w="556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62" name="object 62">
            <a:extLst>
              <a:ext uri="{FF2B5EF4-FFF2-40B4-BE49-F238E27FC236}">
                <a16:creationId xmlns:a16="http://schemas.microsoft.com/office/drawing/2014/main" xmlns="" id="{8EDC082A-D7E0-8142-8488-2F578BC51AF1}"/>
              </a:ext>
            </a:extLst>
          </p:cNvPr>
          <p:cNvSpPr/>
          <p:nvPr/>
        </p:nvSpPr>
        <p:spPr>
          <a:xfrm>
            <a:off x="4799013" y="4214813"/>
            <a:ext cx="31750" cy="7937"/>
          </a:xfrm>
          <a:custGeom>
            <a:avLst/>
            <a:gdLst/>
            <a:ahLst/>
            <a:cxnLst/>
            <a:rect l="l" t="t" r="r" b="b"/>
            <a:pathLst>
              <a:path w="36195" h="10160">
                <a:moveTo>
                  <a:pt x="0" y="0"/>
                </a:moveTo>
                <a:lnTo>
                  <a:pt x="36151" y="9740"/>
                </a:lnTo>
              </a:path>
            </a:pathLst>
          </a:custGeom>
          <a:ln w="556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63" name="object 63">
            <a:extLst>
              <a:ext uri="{FF2B5EF4-FFF2-40B4-BE49-F238E27FC236}">
                <a16:creationId xmlns:a16="http://schemas.microsoft.com/office/drawing/2014/main" xmlns="" id="{ACD241B3-8EBB-3442-9295-622883AE3079}"/>
              </a:ext>
            </a:extLst>
          </p:cNvPr>
          <p:cNvSpPr/>
          <p:nvPr/>
        </p:nvSpPr>
        <p:spPr>
          <a:xfrm>
            <a:off x="4830763" y="4222750"/>
            <a:ext cx="31750" cy="7938"/>
          </a:xfrm>
          <a:custGeom>
            <a:avLst/>
            <a:gdLst/>
            <a:ahLst/>
            <a:cxnLst/>
            <a:rect l="l" t="t" r="r" b="b"/>
            <a:pathLst>
              <a:path w="34925" h="8889">
                <a:moveTo>
                  <a:pt x="0" y="0"/>
                </a:moveTo>
                <a:lnTo>
                  <a:pt x="34760" y="8349"/>
                </a:lnTo>
              </a:path>
            </a:pathLst>
          </a:custGeom>
          <a:ln w="556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64" name="object 64">
            <a:extLst>
              <a:ext uri="{FF2B5EF4-FFF2-40B4-BE49-F238E27FC236}">
                <a16:creationId xmlns:a16="http://schemas.microsoft.com/office/drawing/2014/main" xmlns="" id="{AADAAB0D-1BC9-9A4B-A589-CEB998F6B83D}"/>
              </a:ext>
            </a:extLst>
          </p:cNvPr>
          <p:cNvSpPr/>
          <p:nvPr/>
        </p:nvSpPr>
        <p:spPr>
          <a:xfrm>
            <a:off x="4864100" y="4230688"/>
            <a:ext cx="30163" cy="7937"/>
          </a:xfrm>
          <a:custGeom>
            <a:avLst/>
            <a:gdLst/>
            <a:ahLst/>
            <a:cxnLst/>
            <a:rect l="l" t="t" r="r" b="b"/>
            <a:pathLst>
              <a:path w="34925" h="8889">
                <a:moveTo>
                  <a:pt x="0" y="0"/>
                </a:moveTo>
                <a:lnTo>
                  <a:pt x="34760" y="8349"/>
                </a:lnTo>
              </a:path>
            </a:pathLst>
          </a:custGeom>
          <a:ln w="556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65" name="object 65">
            <a:extLst>
              <a:ext uri="{FF2B5EF4-FFF2-40B4-BE49-F238E27FC236}">
                <a16:creationId xmlns:a16="http://schemas.microsoft.com/office/drawing/2014/main" xmlns="" id="{2E33F3FA-E0A9-5746-B2AB-59F3F23A9932}"/>
              </a:ext>
            </a:extLst>
          </p:cNvPr>
          <p:cNvSpPr/>
          <p:nvPr/>
        </p:nvSpPr>
        <p:spPr>
          <a:xfrm>
            <a:off x="4895850" y="4237038"/>
            <a:ext cx="28575" cy="9525"/>
          </a:xfrm>
          <a:custGeom>
            <a:avLst/>
            <a:gdLst/>
            <a:ahLst/>
            <a:cxnLst/>
            <a:rect l="l" t="t" r="r" b="b"/>
            <a:pathLst>
              <a:path w="32385" h="10160">
                <a:moveTo>
                  <a:pt x="0" y="0"/>
                </a:moveTo>
                <a:lnTo>
                  <a:pt x="31980" y="9740"/>
                </a:lnTo>
              </a:path>
            </a:pathLst>
          </a:custGeom>
          <a:ln w="556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66" name="object 66">
            <a:extLst>
              <a:ext uri="{FF2B5EF4-FFF2-40B4-BE49-F238E27FC236}">
                <a16:creationId xmlns:a16="http://schemas.microsoft.com/office/drawing/2014/main" xmlns="" id="{BA21FBF1-DD4E-2146-8638-D1BD3ED133BE}"/>
              </a:ext>
            </a:extLst>
          </p:cNvPr>
          <p:cNvSpPr/>
          <p:nvPr/>
        </p:nvSpPr>
        <p:spPr>
          <a:xfrm>
            <a:off x="4924425" y="4246563"/>
            <a:ext cx="28575" cy="9525"/>
          </a:xfrm>
          <a:custGeom>
            <a:avLst/>
            <a:gdLst/>
            <a:ahLst/>
            <a:cxnLst/>
            <a:rect l="l" t="t" r="r" b="b"/>
            <a:pathLst>
              <a:path w="32385" h="11429">
                <a:moveTo>
                  <a:pt x="0" y="0"/>
                </a:moveTo>
                <a:lnTo>
                  <a:pt x="31980" y="11132"/>
                </a:lnTo>
              </a:path>
            </a:pathLst>
          </a:custGeom>
          <a:ln w="6957">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67" name="object 67">
            <a:extLst>
              <a:ext uri="{FF2B5EF4-FFF2-40B4-BE49-F238E27FC236}">
                <a16:creationId xmlns:a16="http://schemas.microsoft.com/office/drawing/2014/main" xmlns="" id="{E1F72B6B-C3DC-B14A-A188-9F50762D06BC}"/>
              </a:ext>
            </a:extLst>
          </p:cNvPr>
          <p:cNvSpPr/>
          <p:nvPr/>
        </p:nvSpPr>
        <p:spPr>
          <a:xfrm>
            <a:off x="4954588" y="4256088"/>
            <a:ext cx="26987" cy="9525"/>
          </a:xfrm>
          <a:custGeom>
            <a:avLst/>
            <a:gdLst/>
            <a:ahLst/>
            <a:cxnLst/>
            <a:rect l="l" t="t" r="r" b="b"/>
            <a:pathLst>
              <a:path w="31114" h="11429">
                <a:moveTo>
                  <a:pt x="0" y="0"/>
                </a:moveTo>
                <a:lnTo>
                  <a:pt x="30589" y="11132"/>
                </a:lnTo>
              </a:path>
            </a:pathLst>
          </a:custGeom>
          <a:ln w="6957">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68" name="object 68">
            <a:extLst>
              <a:ext uri="{FF2B5EF4-FFF2-40B4-BE49-F238E27FC236}">
                <a16:creationId xmlns:a16="http://schemas.microsoft.com/office/drawing/2014/main" xmlns="" id="{DA01C88A-9DC8-594E-B862-3A93D52D2BDF}"/>
              </a:ext>
            </a:extLst>
          </p:cNvPr>
          <p:cNvSpPr/>
          <p:nvPr/>
        </p:nvSpPr>
        <p:spPr>
          <a:xfrm>
            <a:off x="4983163" y="4265613"/>
            <a:ext cx="26987" cy="11112"/>
          </a:xfrm>
          <a:custGeom>
            <a:avLst/>
            <a:gdLst/>
            <a:ahLst/>
            <a:cxnLst/>
            <a:rect l="l" t="t" r="r" b="b"/>
            <a:pathLst>
              <a:path w="31114" h="12700">
                <a:moveTo>
                  <a:pt x="0" y="0"/>
                </a:moveTo>
                <a:lnTo>
                  <a:pt x="30589" y="12523"/>
                </a:lnTo>
              </a:path>
            </a:pathLst>
          </a:custGeom>
          <a:ln w="6956">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69" name="object 69">
            <a:extLst>
              <a:ext uri="{FF2B5EF4-FFF2-40B4-BE49-F238E27FC236}">
                <a16:creationId xmlns:a16="http://schemas.microsoft.com/office/drawing/2014/main" xmlns="" id="{74053136-D6AA-4247-8099-41C09632B8F8}"/>
              </a:ext>
            </a:extLst>
          </p:cNvPr>
          <p:cNvSpPr/>
          <p:nvPr/>
        </p:nvSpPr>
        <p:spPr>
          <a:xfrm>
            <a:off x="5010150" y="4276725"/>
            <a:ext cx="22225" cy="11113"/>
          </a:xfrm>
          <a:custGeom>
            <a:avLst/>
            <a:gdLst/>
            <a:ahLst/>
            <a:cxnLst/>
            <a:rect l="l" t="t" r="r" b="b"/>
            <a:pathLst>
              <a:path w="25400" h="12700">
                <a:moveTo>
                  <a:pt x="0" y="0"/>
                </a:moveTo>
                <a:lnTo>
                  <a:pt x="25027" y="12523"/>
                </a:lnTo>
              </a:path>
            </a:pathLst>
          </a:custGeom>
          <a:ln w="6956">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70" name="object 70">
            <a:extLst>
              <a:ext uri="{FF2B5EF4-FFF2-40B4-BE49-F238E27FC236}">
                <a16:creationId xmlns:a16="http://schemas.microsoft.com/office/drawing/2014/main" xmlns="" id="{A89C6352-BEBC-944F-AC1C-BBF059328D74}"/>
              </a:ext>
            </a:extLst>
          </p:cNvPr>
          <p:cNvSpPr/>
          <p:nvPr/>
        </p:nvSpPr>
        <p:spPr>
          <a:xfrm>
            <a:off x="5033963" y="4287838"/>
            <a:ext cx="23812" cy="11112"/>
          </a:xfrm>
          <a:custGeom>
            <a:avLst/>
            <a:gdLst/>
            <a:ahLst/>
            <a:cxnLst/>
            <a:rect l="l" t="t" r="r" b="b"/>
            <a:pathLst>
              <a:path w="26670" h="12700">
                <a:moveTo>
                  <a:pt x="0" y="0"/>
                </a:moveTo>
                <a:lnTo>
                  <a:pt x="26418" y="12523"/>
                </a:lnTo>
              </a:path>
            </a:pathLst>
          </a:custGeom>
          <a:ln w="6956">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71" name="object 71">
            <a:extLst>
              <a:ext uri="{FF2B5EF4-FFF2-40B4-BE49-F238E27FC236}">
                <a16:creationId xmlns:a16="http://schemas.microsoft.com/office/drawing/2014/main" xmlns="" id="{F4911988-4482-624F-825A-7D1BF03EFC6E}"/>
              </a:ext>
            </a:extLst>
          </p:cNvPr>
          <p:cNvSpPr/>
          <p:nvPr/>
        </p:nvSpPr>
        <p:spPr>
          <a:xfrm>
            <a:off x="5057775" y="4298950"/>
            <a:ext cx="23813" cy="12700"/>
          </a:xfrm>
          <a:custGeom>
            <a:avLst/>
            <a:gdLst/>
            <a:ahLst/>
            <a:cxnLst/>
            <a:rect l="l" t="t" r="r" b="b"/>
            <a:pathLst>
              <a:path w="26670" h="13970">
                <a:moveTo>
                  <a:pt x="0" y="0"/>
                </a:moveTo>
                <a:lnTo>
                  <a:pt x="26418" y="13915"/>
                </a:lnTo>
              </a:path>
            </a:pathLst>
          </a:custGeom>
          <a:ln w="6956">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72" name="object 72">
            <a:extLst>
              <a:ext uri="{FF2B5EF4-FFF2-40B4-BE49-F238E27FC236}">
                <a16:creationId xmlns:a16="http://schemas.microsoft.com/office/drawing/2014/main" xmlns="" id="{EE7311EF-AA76-7246-818C-CEF2C726DC43}"/>
              </a:ext>
            </a:extLst>
          </p:cNvPr>
          <p:cNvSpPr/>
          <p:nvPr/>
        </p:nvSpPr>
        <p:spPr>
          <a:xfrm>
            <a:off x="5083175" y="4311650"/>
            <a:ext cx="20638" cy="11113"/>
          </a:xfrm>
          <a:custGeom>
            <a:avLst/>
            <a:gdLst/>
            <a:ahLst/>
            <a:cxnLst/>
            <a:rect l="l" t="t" r="r" b="b"/>
            <a:pathLst>
              <a:path w="22860" h="12700">
                <a:moveTo>
                  <a:pt x="0" y="0"/>
                </a:moveTo>
                <a:lnTo>
                  <a:pt x="22247" y="12523"/>
                </a:lnTo>
              </a:path>
            </a:pathLst>
          </a:custGeom>
          <a:ln w="6956">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73" name="object 73">
            <a:extLst>
              <a:ext uri="{FF2B5EF4-FFF2-40B4-BE49-F238E27FC236}">
                <a16:creationId xmlns:a16="http://schemas.microsoft.com/office/drawing/2014/main" xmlns="" id="{D38FD189-9C2A-8343-AF8C-4286A1932516}"/>
              </a:ext>
            </a:extLst>
          </p:cNvPr>
          <p:cNvSpPr/>
          <p:nvPr/>
        </p:nvSpPr>
        <p:spPr>
          <a:xfrm>
            <a:off x="5103813" y="4324350"/>
            <a:ext cx="19050" cy="11113"/>
          </a:xfrm>
          <a:custGeom>
            <a:avLst/>
            <a:gdLst/>
            <a:ahLst/>
            <a:cxnLst/>
            <a:rect l="l" t="t" r="r" b="b"/>
            <a:pathLst>
              <a:path w="20954" h="12700">
                <a:moveTo>
                  <a:pt x="0" y="0"/>
                </a:moveTo>
                <a:lnTo>
                  <a:pt x="20856" y="12523"/>
                </a:lnTo>
              </a:path>
            </a:pathLst>
          </a:custGeom>
          <a:ln w="6956">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74" name="object 74">
            <a:extLst>
              <a:ext uri="{FF2B5EF4-FFF2-40B4-BE49-F238E27FC236}">
                <a16:creationId xmlns:a16="http://schemas.microsoft.com/office/drawing/2014/main" xmlns="" id="{B7027618-9F5F-5949-B050-91D80F7657C5}"/>
              </a:ext>
            </a:extLst>
          </p:cNvPr>
          <p:cNvSpPr/>
          <p:nvPr/>
        </p:nvSpPr>
        <p:spPr>
          <a:xfrm>
            <a:off x="5122863" y="4335463"/>
            <a:ext cx="7937" cy="6350"/>
          </a:xfrm>
          <a:custGeom>
            <a:avLst/>
            <a:gdLst/>
            <a:ahLst/>
            <a:cxnLst/>
            <a:rect l="l" t="t" r="r" b="b"/>
            <a:pathLst>
              <a:path w="8889" h="6985">
                <a:moveTo>
                  <a:pt x="0" y="0"/>
                </a:moveTo>
                <a:lnTo>
                  <a:pt x="8342" y="6957"/>
                </a:lnTo>
              </a:path>
            </a:pathLst>
          </a:custGeom>
          <a:ln w="695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75" name="object 75">
            <a:extLst>
              <a:ext uri="{FF2B5EF4-FFF2-40B4-BE49-F238E27FC236}">
                <a16:creationId xmlns:a16="http://schemas.microsoft.com/office/drawing/2014/main" xmlns="" id="{933DE967-009A-4641-9DDF-F34C07B6EF3A}"/>
              </a:ext>
            </a:extLst>
          </p:cNvPr>
          <p:cNvSpPr/>
          <p:nvPr/>
        </p:nvSpPr>
        <p:spPr>
          <a:xfrm>
            <a:off x="5132388" y="4343400"/>
            <a:ext cx="7937" cy="4763"/>
          </a:xfrm>
          <a:custGeom>
            <a:avLst/>
            <a:gdLst/>
            <a:ahLst/>
            <a:cxnLst/>
            <a:rect l="l" t="t" r="r" b="b"/>
            <a:pathLst>
              <a:path w="10160" h="5714">
                <a:moveTo>
                  <a:pt x="0" y="0"/>
                </a:moveTo>
                <a:lnTo>
                  <a:pt x="9733" y="5566"/>
                </a:lnTo>
              </a:path>
            </a:pathLst>
          </a:custGeom>
          <a:ln w="6956">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76" name="object 76">
            <a:extLst>
              <a:ext uri="{FF2B5EF4-FFF2-40B4-BE49-F238E27FC236}">
                <a16:creationId xmlns:a16="http://schemas.microsoft.com/office/drawing/2014/main" xmlns="" id="{A986796A-3BAC-F341-AA0D-A076058167A8}"/>
              </a:ext>
            </a:extLst>
          </p:cNvPr>
          <p:cNvSpPr/>
          <p:nvPr/>
        </p:nvSpPr>
        <p:spPr>
          <a:xfrm>
            <a:off x="5141913" y="4349750"/>
            <a:ext cx="7937" cy="6350"/>
          </a:xfrm>
          <a:custGeom>
            <a:avLst/>
            <a:gdLst/>
            <a:ahLst/>
            <a:cxnLst/>
            <a:rect l="l" t="t" r="r" b="b"/>
            <a:pathLst>
              <a:path w="8889" h="6985">
                <a:moveTo>
                  <a:pt x="0" y="0"/>
                </a:moveTo>
                <a:lnTo>
                  <a:pt x="8342" y="6957"/>
                </a:lnTo>
              </a:path>
            </a:pathLst>
          </a:custGeom>
          <a:ln w="695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77" name="object 77">
            <a:extLst>
              <a:ext uri="{FF2B5EF4-FFF2-40B4-BE49-F238E27FC236}">
                <a16:creationId xmlns:a16="http://schemas.microsoft.com/office/drawing/2014/main" xmlns="" id="{FFFD7488-9109-5A4B-880B-3C9A12F7C934}"/>
              </a:ext>
            </a:extLst>
          </p:cNvPr>
          <p:cNvSpPr/>
          <p:nvPr/>
        </p:nvSpPr>
        <p:spPr>
          <a:xfrm>
            <a:off x="5149850" y="4356100"/>
            <a:ext cx="9525" cy="6350"/>
          </a:xfrm>
          <a:custGeom>
            <a:avLst/>
            <a:gdLst/>
            <a:ahLst/>
            <a:cxnLst/>
            <a:rect l="l" t="t" r="r" b="b"/>
            <a:pathLst>
              <a:path w="10160" h="5714">
                <a:moveTo>
                  <a:pt x="0" y="0"/>
                </a:moveTo>
                <a:lnTo>
                  <a:pt x="9733" y="5566"/>
                </a:lnTo>
              </a:path>
            </a:pathLst>
          </a:custGeom>
          <a:ln w="6956">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78" name="object 78">
            <a:extLst>
              <a:ext uri="{FF2B5EF4-FFF2-40B4-BE49-F238E27FC236}">
                <a16:creationId xmlns:a16="http://schemas.microsoft.com/office/drawing/2014/main" xmlns="" id="{4F25E020-84F0-7A42-BDC9-A6129DE04A8B}"/>
              </a:ext>
            </a:extLst>
          </p:cNvPr>
          <p:cNvSpPr/>
          <p:nvPr/>
        </p:nvSpPr>
        <p:spPr>
          <a:xfrm>
            <a:off x="5160963" y="4362450"/>
            <a:ext cx="4762" cy="6350"/>
          </a:xfrm>
          <a:custGeom>
            <a:avLst/>
            <a:gdLst/>
            <a:ahLst/>
            <a:cxnLst/>
            <a:rect l="l" t="t" r="r" b="b"/>
            <a:pathLst>
              <a:path w="6985" h="6985">
                <a:moveTo>
                  <a:pt x="0" y="0"/>
                </a:moveTo>
                <a:lnTo>
                  <a:pt x="6952" y="6957"/>
                </a:lnTo>
              </a:path>
            </a:pathLst>
          </a:custGeom>
          <a:ln w="6954">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79" name="object 79">
            <a:extLst>
              <a:ext uri="{FF2B5EF4-FFF2-40B4-BE49-F238E27FC236}">
                <a16:creationId xmlns:a16="http://schemas.microsoft.com/office/drawing/2014/main" xmlns="" id="{C9EB4FDF-4597-5046-A75A-3C313EC03BA7}"/>
              </a:ext>
            </a:extLst>
          </p:cNvPr>
          <p:cNvSpPr/>
          <p:nvPr/>
        </p:nvSpPr>
        <p:spPr>
          <a:xfrm>
            <a:off x="5167313" y="4370388"/>
            <a:ext cx="6350" cy="7937"/>
          </a:xfrm>
          <a:custGeom>
            <a:avLst/>
            <a:gdLst/>
            <a:ahLst/>
            <a:cxnLst/>
            <a:rect l="l" t="t" r="r" b="b"/>
            <a:pathLst>
              <a:path w="6985" h="8889">
                <a:moveTo>
                  <a:pt x="0" y="0"/>
                </a:moveTo>
                <a:lnTo>
                  <a:pt x="6952" y="8349"/>
                </a:lnTo>
              </a:path>
            </a:pathLst>
          </a:custGeom>
          <a:ln w="6954">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80" name="object 80">
            <a:extLst>
              <a:ext uri="{FF2B5EF4-FFF2-40B4-BE49-F238E27FC236}">
                <a16:creationId xmlns:a16="http://schemas.microsoft.com/office/drawing/2014/main" xmlns="" id="{B0EA2D71-35DD-6E40-848D-1CE3C82EF779}"/>
              </a:ext>
            </a:extLst>
          </p:cNvPr>
          <p:cNvSpPr/>
          <p:nvPr/>
        </p:nvSpPr>
        <p:spPr>
          <a:xfrm>
            <a:off x="5175250" y="4378325"/>
            <a:ext cx="6350" cy="4763"/>
          </a:xfrm>
          <a:custGeom>
            <a:avLst/>
            <a:gdLst/>
            <a:ahLst/>
            <a:cxnLst/>
            <a:rect l="l" t="t" r="r" b="b"/>
            <a:pathLst>
              <a:path w="6985" h="4445">
                <a:moveTo>
                  <a:pt x="0" y="0"/>
                </a:moveTo>
                <a:lnTo>
                  <a:pt x="6952" y="4174"/>
                </a:lnTo>
              </a:path>
            </a:pathLst>
          </a:custGeom>
          <a:ln w="6956">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81" name="object 81">
            <a:extLst>
              <a:ext uri="{FF2B5EF4-FFF2-40B4-BE49-F238E27FC236}">
                <a16:creationId xmlns:a16="http://schemas.microsoft.com/office/drawing/2014/main" xmlns="" id="{9EDFD5D6-3061-074A-B8A3-2B6A328A176E}"/>
              </a:ext>
            </a:extLst>
          </p:cNvPr>
          <p:cNvSpPr/>
          <p:nvPr/>
        </p:nvSpPr>
        <p:spPr>
          <a:xfrm>
            <a:off x="5183188" y="4383088"/>
            <a:ext cx="4762" cy="7937"/>
          </a:xfrm>
          <a:custGeom>
            <a:avLst/>
            <a:gdLst/>
            <a:ahLst/>
            <a:cxnLst/>
            <a:rect l="l" t="t" r="r" b="b"/>
            <a:pathLst>
              <a:path w="5714" h="8889">
                <a:moveTo>
                  <a:pt x="0" y="0"/>
                </a:moveTo>
                <a:lnTo>
                  <a:pt x="5561" y="8349"/>
                </a:lnTo>
              </a:path>
            </a:pathLst>
          </a:custGeom>
          <a:ln w="6953">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82" name="object 82">
            <a:extLst>
              <a:ext uri="{FF2B5EF4-FFF2-40B4-BE49-F238E27FC236}">
                <a16:creationId xmlns:a16="http://schemas.microsoft.com/office/drawing/2014/main" xmlns="" id="{C8765E3B-79D6-C542-82D6-5C160E2E0BCD}"/>
              </a:ext>
            </a:extLst>
          </p:cNvPr>
          <p:cNvSpPr/>
          <p:nvPr/>
        </p:nvSpPr>
        <p:spPr>
          <a:xfrm>
            <a:off x="5187950" y="4392613"/>
            <a:ext cx="6350" cy="6350"/>
          </a:xfrm>
          <a:custGeom>
            <a:avLst/>
            <a:gdLst/>
            <a:ahLst/>
            <a:cxnLst/>
            <a:rect l="l" t="t" r="r" b="b"/>
            <a:pathLst>
              <a:path w="5714" h="6985">
                <a:moveTo>
                  <a:pt x="0" y="0"/>
                </a:moveTo>
                <a:lnTo>
                  <a:pt x="5561" y="6957"/>
                </a:lnTo>
              </a:path>
            </a:pathLst>
          </a:custGeom>
          <a:ln w="6954">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83" name="object 83">
            <a:extLst>
              <a:ext uri="{FF2B5EF4-FFF2-40B4-BE49-F238E27FC236}">
                <a16:creationId xmlns:a16="http://schemas.microsoft.com/office/drawing/2014/main" xmlns="" id="{5A7F9450-FD15-7046-BF02-1FAC81DE0DD6}"/>
              </a:ext>
            </a:extLst>
          </p:cNvPr>
          <p:cNvSpPr/>
          <p:nvPr/>
        </p:nvSpPr>
        <p:spPr>
          <a:xfrm>
            <a:off x="5194300" y="4398963"/>
            <a:ext cx="4763" cy="6350"/>
          </a:xfrm>
          <a:custGeom>
            <a:avLst/>
            <a:gdLst/>
            <a:ahLst/>
            <a:cxnLst/>
            <a:rect l="l" t="t" r="r" b="b"/>
            <a:pathLst>
              <a:path w="5714" h="6985">
                <a:moveTo>
                  <a:pt x="0" y="0"/>
                </a:moveTo>
                <a:lnTo>
                  <a:pt x="5561" y="6957"/>
                </a:lnTo>
              </a:path>
            </a:pathLst>
          </a:custGeom>
          <a:ln w="6954">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84" name="object 84">
            <a:extLst>
              <a:ext uri="{FF2B5EF4-FFF2-40B4-BE49-F238E27FC236}">
                <a16:creationId xmlns:a16="http://schemas.microsoft.com/office/drawing/2014/main" xmlns="" id="{673D924F-60F1-0244-ACA5-665BD6CB6954}"/>
              </a:ext>
            </a:extLst>
          </p:cNvPr>
          <p:cNvSpPr/>
          <p:nvPr/>
        </p:nvSpPr>
        <p:spPr>
          <a:xfrm>
            <a:off x="5200650" y="4406900"/>
            <a:ext cx="4763" cy="6350"/>
          </a:xfrm>
          <a:custGeom>
            <a:avLst/>
            <a:gdLst/>
            <a:ahLst/>
            <a:cxnLst/>
            <a:rect l="l" t="t" r="r" b="b"/>
            <a:pathLst>
              <a:path w="5714" h="6985">
                <a:moveTo>
                  <a:pt x="0" y="0"/>
                </a:moveTo>
                <a:lnTo>
                  <a:pt x="5561" y="6957"/>
                </a:lnTo>
              </a:path>
            </a:pathLst>
          </a:custGeom>
          <a:ln w="6954">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85" name="object 85">
            <a:extLst>
              <a:ext uri="{FF2B5EF4-FFF2-40B4-BE49-F238E27FC236}">
                <a16:creationId xmlns:a16="http://schemas.microsoft.com/office/drawing/2014/main" xmlns="" id="{14CEA119-2A71-BB42-8760-3C6F755BEEBD}"/>
              </a:ext>
            </a:extLst>
          </p:cNvPr>
          <p:cNvSpPr/>
          <p:nvPr/>
        </p:nvSpPr>
        <p:spPr>
          <a:xfrm>
            <a:off x="5207000" y="4414838"/>
            <a:ext cx="3175" cy="6350"/>
          </a:xfrm>
          <a:custGeom>
            <a:avLst/>
            <a:gdLst/>
            <a:ahLst/>
            <a:cxnLst/>
            <a:rect l="l" t="t" r="r" b="b"/>
            <a:pathLst>
              <a:path w="4445" h="6985">
                <a:moveTo>
                  <a:pt x="0" y="0"/>
                </a:moveTo>
                <a:lnTo>
                  <a:pt x="4171" y="6957"/>
                </a:lnTo>
              </a:path>
            </a:pathLst>
          </a:custGeom>
          <a:ln w="6953">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86" name="object 86">
            <a:extLst>
              <a:ext uri="{FF2B5EF4-FFF2-40B4-BE49-F238E27FC236}">
                <a16:creationId xmlns:a16="http://schemas.microsoft.com/office/drawing/2014/main" xmlns="" id="{C0BBD041-1691-7F45-B9DD-C67CD50FE307}"/>
              </a:ext>
            </a:extLst>
          </p:cNvPr>
          <p:cNvSpPr/>
          <p:nvPr/>
        </p:nvSpPr>
        <p:spPr>
          <a:xfrm>
            <a:off x="5210175" y="4421188"/>
            <a:ext cx="4763" cy="6350"/>
          </a:xfrm>
          <a:custGeom>
            <a:avLst/>
            <a:gdLst/>
            <a:ahLst/>
            <a:cxnLst/>
            <a:rect l="l" t="t" r="r" b="b"/>
            <a:pathLst>
              <a:path w="4445" h="6985">
                <a:moveTo>
                  <a:pt x="0" y="0"/>
                </a:moveTo>
                <a:lnTo>
                  <a:pt x="4171" y="6957"/>
                </a:lnTo>
              </a:path>
            </a:pathLst>
          </a:custGeom>
          <a:ln w="6953">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87" name="object 87">
            <a:extLst>
              <a:ext uri="{FF2B5EF4-FFF2-40B4-BE49-F238E27FC236}">
                <a16:creationId xmlns:a16="http://schemas.microsoft.com/office/drawing/2014/main" xmlns="" id="{4F117918-A577-B544-889E-741F3BEB2931}"/>
              </a:ext>
            </a:extLst>
          </p:cNvPr>
          <p:cNvSpPr/>
          <p:nvPr/>
        </p:nvSpPr>
        <p:spPr>
          <a:xfrm>
            <a:off x="5214938" y="4429125"/>
            <a:ext cx="4762" cy="7938"/>
          </a:xfrm>
          <a:custGeom>
            <a:avLst/>
            <a:gdLst/>
            <a:ahLst/>
            <a:cxnLst/>
            <a:rect l="l" t="t" r="r" b="b"/>
            <a:pathLst>
              <a:path w="4445" h="8889">
                <a:moveTo>
                  <a:pt x="0" y="0"/>
                </a:moveTo>
                <a:lnTo>
                  <a:pt x="4171" y="8349"/>
                </a:lnTo>
              </a:path>
            </a:pathLst>
          </a:custGeom>
          <a:ln w="6953">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88" name="object 88">
            <a:extLst>
              <a:ext uri="{FF2B5EF4-FFF2-40B4-BE49-F238E27FC236}">
                <a16:creationId xmlns:a16="http://schemas.microsoft.com/office/drawing/2014/main" xmlns="" id="{5680E6E7-B5C4-2140-93EA-32E947972A77}"/>
              </a:ext>
            </a:extLst>
          </p:cNvPr>
          <p:cNvSpPr/>
          <p:nvPr/>
        </p:nvSpPr>
        <p:spPr>
          <a:xfrm>
            <a:off x="5219700" y="4437063"/>
            <a:ext cx="3175" cy="6350"/>
          </a:xfrm>
          <a:custGeom>
            <a:avLst/>
            <a:gdLst/>
            <a:ahLst/>
            <a:cxnLst/>
            <a:rect l="l" t="t" r="r" b="b"/>
            <a:pathLst>
              <a:path w="3175" h="6985">
                <a:moveTo>
                  <a:pt x="0" y="0"/>
                </a:moveTo>
                <a:lnTo>
                  <a:pt x="2780" y="6957"/>
                </a:lnTo>
              </a:path>
            </a:pathLst>
          </a:custGeom>
          <a:ln w="6952">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89" name="object 89">
            <a:extLst>
              <a:ext uri="{FF2B5EF4-FFF2-40B4-BE49-F238E27FC236}">
                <a16:creationId xmlns:a16="http://schemas.microsoft.com/office/drawing/2014/main" xmlns="" id="{1DAF08C2-116F-1247-B2DC-1EF84686B6B6}"/>
              </a:ext>
            </a:extLst>
          </p:cNvPr>
          <p:cNvSpPr/>
          <p:nvPr/>
        </p:nvSpPr>
        <p:spPr>
          <a:xfrm>
            <a:off x="5222875" y="4445000"/>
            <a:ext cx="3175" cy="6350"/>
          </a:xfrm>
          <a:custGeom>
            <a:avLst/>
            <a:gdLst/>
            <a:ahLst/>
            <a:cxnLst/>
            <a:rect l="l" t="t" r="r" b="b"/>
            <a:pathLst>
              <a:path w="4445" h="6985">
                <a:moveTo>
                  <a:pt x="0" y="0"/>
                </a:moveTo>
                <a:lnTo>
                  <a:pt x="4171" y="6957"/>
                </a:lnTo>
              </a:path>
            </a:pathLst>
          </a:custGeom>
          <a:ln w="6953">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90" name="object 90">
            <a:extLst>
              <a:ext uri="{FF2B5EF4-FFF2-40B4-BE49-F238E27FC236}">
                <a16:creationId xmlns:a16="http://schemas.microsoft.com/office/drawing/2014/main" xmlns="" id="{AB4F8D23-9AE7-A94F-98AE-F274B87B2383}"/>
              </a:ext>
            </a:extLst>
          </p:cNvPr>
          <p:cNvSpPr/>
          <p:nvPr/>
        </p:nvSpPr>
        <p:spPr>
          <a:xfrm>
            <a:off x="5226050" y="4452938"/>
            <a:ext cx="3175" cy="7937"/>
          </a:xfrm>
          <a:custGeom>
            <a:avLst/>
            <a:gdLst/>
            <a:ahLst/>
            <a:cxnLst/>
            <a:rect l="l" t="t" r="r" b="b"/>
            <a:pathLst>
              <a:path w="3175" h="8889">
                <a:moveTo>
                  <a:pt x="0" y="0"/>
                </a:moveTo>
                <a:lnTo>
                  <a:pt x="2780" y="8349"/>
                </a:lnTo>
              </a:path>
            </a:pathLst>
          </a:custGeom>
          <a:ln w="5562">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91" name="object 91">
            <a:extLst>
              <a:ext uri="{FF2B5EF4-FFF2-40B4-BE49-F238E27FC236}">
                <a16:creationId xmlns:a16="http://schemas.microsoft.com/office/drawing/2014/main" xmlns="" id="{DE577124-64E6-4945-8542-689A474379BF}"/>
              </a:ext>
            </a:extLst>
          </p:cNvPr>
          <p:cNvSpPr/>
          <p:nvPr/>
        </p:nvSpPr>
        <p:spPr>
          <a:xfrm>
            <a:off x="5229225" y="4460875"/>
            <a:ext cx="3175" cy="6350"/>
          </a:xfrm>
          <a:custGeom>
            <a:avLst/>
            <a:gdLst/>
            <a:ahLst/>
            <a:cxnLst/>
            <a:rect l="l" t="t" r="r" b="b"/>
            <a:pathLst>
              <a:path w="3175" h="6985">
                <a:moveTo>
                  <a:pt x="0" y="0"/>
                </a:moveTo>
                <a:lnTo>
                  <a:pt x="2780" y="6957"/>
                </a:lnTo>
              </a:path>
            </a:pathLst>
          </a:custGeom>
          <a:ln w="6952">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92" name="object 92">
            <a:extLst>
              <a:ext uri="{FF2B5EF4-FFF2-40B4-BE49-F238E27FC236}">
                <a16:creationId xmlns:a16="http://schemas.microsoft.com/office/drawing/2014/main" xmlns="" id="{30A96F22-E710-EF4F-B59A-744A85D987A7}"/>
              </a:ext>
            </a:extLst>
          </p:cNvPr>
          <p:cNvSpPr/>
          <p:nvPr/>
        </p:nvSpPr>
        <p:spPr>
          <a:xfrm>
            <a:off x="5230813" y="4468813"/>
            <a:ext cx="1587" cy="7937"/>
          </a:xfrm>
          <a:custGeom>
            <a:avLst/>
            <a:gdLst/>
            <a:ahLst/>
            <a:cxnLst/>
            <a:rect l="l" t="t" r="r" b="b"/>
            <a:pathLst>
              <a:path w="1904" h="8889">
                <a:moveTo>
                  <a:pt x="695" y="-2780"/>
                </a:moveTo>
                <a:lnTo>
                  <a:pt x="695" y="11130"/>
                </a:lnTo>
              </a:path>
            </a:pathLst>
          </a:custGeom>
          <a:ln w="6952">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93" name="object 93">
            <a:extLst>
              <a:ext uri="{FF2B5EF4-FFF2-40B4-BE49-F238E27FC236}">
                <a16:creationId xmlns:a16="http://schemas.microsoft.com/office/drawing/2014/main" xmlns="" id="{14528382-1AA9-ED48-A4B7-8D218CFC7822}"/>
              </a:ext>
            </a:extLst>
          </p:cNvPr>
          <p:cNvSpPr/>
          <p:nvPr/>
        </p:nvSpPr>
        <p:spPr>
          <a:xfrm>
            <a:off x="5232400" y="4476750"/>
            <a:ext cx="1588" cy="6350"/>
          </a:xfrm>
          <a:custGeom>
            <a:avLst/>
            <a:gdLst/>
            <a:ahLst/>
            <a:cxnLst/>
            <a:rect l="l" t="t" r="r" b="b"/>
            <a:pathLst>
              <a:path w="1904" h="6985">
                <a:moveTo>
                  <a:pt x="0" y="0"/>
                </a:moveTo>
                <a:lnTo>
                  <a:pt x="1390" y="6957"/>
                </a:lnTo>
              </a:path>
            </a:pathLst>
          </a:custGeom>
          <a:ln w="5561">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94" name="object 94">
            <a:extLst>
              <a:ext uri="{FF2B5EF4-FFF2-40B4-BE49-F238E27FC236}">
                <a16:creationId xmlns:a16="http://schemas.microsoft.com/office/drawing/2014/main" xmlns="" id="{F111251A-821C-2345-AD7B-20C95D865878}"/>
              </a:ext>
            </a:extLst>
          </p:cNvPr>
          <p:cNvSpPr/>
          <p:nvPr/>
        </p:nvSpPr>
        <p:spPr>
          <a:xfrm>
            <a:off x="5233988" y="4481513"/>
            <a:ext cx="0" cy="28575"/>
          </a:xfrm>
          <a:custGeom>
            <a:avLst/>
            <a:gdLst/>
            <a:ahLst/>
            <a:cxnLst/>
            <a:rect l="l" t="t" r="r" b="b"/>
            <a:pathLst>
              <a:path h="31114">
                <a:moveTo>
                  <a:pt x="0" y="0"/>
                </a:moveTo>
                <a:lnTo>
                  <a:pt x="0" y="30611"/>
                </a:lnTo>
              </a:path>
            </a:pathLst>
          </a:custGeom>
          <a:ln w="6952">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95" name="object 95">
            <a:extLst>
              <a:ext uri="{FF2B5EF4-FFF2-40B4-BE49-F238E27FC236}">
                <a16:creationId xmlns:a16="http://schemas.microsoft.com/office/drawing/2014/main" xmlns="" id="{86E6C89E-D36F-234D-AACC-5B9AD3E5D328}"/>
              </a:ext>
            </a:extLst>
          </p:cNvPr>
          <p:cNvSpPr/>
          <p:nvPr/>
        </p:nvSpPr>
        <p:spPr>
          <a:xfrm>
            <a:off x="5235575" y="4500563"/>
            <a:ext cx="1588" cy="0"/>
          </a:xfrm>
          <a:custGeom>
            <a:avLst/>
            <a:gdLst/>
            <a:ahLst/>
            <a:cxnLst/>
            <a:rect l="l" t="t" r="r" b="b"/>
            <a:pathLst>
              <a:path w="1904">
                <a:moveTo>
                  <a:pt x="695" y="-2783"/>
                </a:moveTo>
                <a:lnTo>
                  <a:pt x="695" y="2783"/>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96" name="object 96">
            <a:extLst>
              <a:ext uri="{FF2B5EF4-FFF2-40B4-BE49-F238E27FC236}">
                <a16:creationId xmlns:a16="http://schemas.microsoft.com/office/drawing/2014/main" xmlns="" id="{D4293902-0477-3441-BC4D-77D28BF9FA69}"/>
              </a:ext>
            </a:extLst>
          </p:cNvPr>
          <p:cNvSpPr/>
          <p:nvPr/>
        </p:nvSpPr>
        <p:spPr>
          <a:xfrm>
            <a:off x="5233988" y="4510088"/>
            <a:ext cx="1587" cy="6350"/>
          </a:xfrm>
          <a:custGeom>
            <a:avLst/>
            <a:gdLst/>
            <a:ahLst/>
            <a:cxnLst/>
            <a:rect l="l" t="t" r="r" b="b"/>
            <a:pathLst>
              <a:path w="1904" h="6985">
                <a:moveTo>
                  <a:pt x="1390" y="0"/>
                </a:moveTo>
                <a:lnTo>
                  <a:pt x="0" y="6957"/>
                </a:lnTo>
              </a:path>
            </a:pathLst>
          </a:custGeom>
          <a:ln w="5561">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97" name="object 97">
            <a:extLst>
              <a:ext uri="{FF2B5EF4-FFF2-40B4-BE49-F238E27FC236}">
                <a16:creationId xmlns:a16="http://schemas.microsoft.com/office/drawing/2014/main" xmlns="" id="{ACC8E0B7-374A-1E44-ABB5-23F28C88A58E}"/>
              </a:ext>
            </a:extLst>
          </p:cNvPr>
          <p:cNvSpPr/>
          <p:nvPr/>
        </p:nvSpPr>
        <p:spPr>
          <a:xfrm>
            <a:off x="5232400" y="4518025"/>
            <a:ext cx="1588" cy="6350"/>
          </a:xfrm>
          <a:custGeom>
            <a:avLst/>
            <a:gdLst/>
            <a:ahLst/>
            <a:cxnLst/>
            <a:rect l="l" t="t" r="r" b="b"/>
            <a:pathLst>
              <a:path w="1904" h="6985">
                <a:moveTo>
                  <a:pt x="1390" y="0"/>
                </a:moveTo>
                <a:lnTo>
                  <a:pt x="0" y="6957"/>
                </a:lnTo>
              </a:path>
            </a:pathLst>
          </a:custGeom>
          <a:ln w="5561">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98" name="object 98">
            <a:extLst>
              <a:ext uri="{FF2B5EF4-FFF2-40B4-BE49-F238E27FC236}">
                <a16:creationId xmlns:a16="http://schemas.microsoft.com/office/drawing/2014/main" xmlns="" id="{E5C95999-9842-F446-9E86-D8C5CC2379B2}"/>
              </a:ext>
            </a:extLst>
          </p:cNvPr>
          <p:cNvSpPr/>
          <p:nvPr/>
        </p:nvSpPr>
        <p:spPr>
          <a:xfrm>
            <a:off x="5230813" y="4524375"/>
            <a:ext cx="1587" cy="7938"/>
          </a:xfrm>
          <a:custGeom>
            <a:avLst/>
            <a:gdLst/>
            <a:ahLst/>
            <a:cxnLst/>
            <a:rect l="l" t="t" r="r" b="b"/>
            <a:pathLst>
              <a:path w="1904" h="8889">
                <a:moveTo>
                  <a:pt x="695" y="-2780"/>
                </a:moveTo>
                <a:lnTo>
                  <a:pt x="695" y="11130"/>
                </a:lnTo>
              </a:path>
            </a:pathLst>
          </a:custGeom>
          <a:ln w="6952">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99" name="object 99">
            <a:extLst>
              <a:ext uri="{FF2B5EF4-FFF2-40B4-BE49-F238E27FC236}">
                <a16:creationId xmlns:a16="http://schemas.microsoft.com/office/drawing/2014/main" xmlns="" id="{A043BC5F-02F2-5440-A283-55C02DEF03A5}"/>
              </a:ext>
            </a:extLst>
          </p:cNvPr>
          <p:cNvSpPr/>
          <p:nvPr/>
        </p:nvSpPr>
        <p:spPr>
          <a:xfrm>
            <a:off x="5229225" y="4533900"/>
            <a:ext cx="3175" cy="7938"/>
          </a:xfrm>
          <a:custGeom>
            <a:avLst/>
            <a:gdLst/>
            <a:ahLst/>
            <a:cxnLst/>
            <a:rect l="l" t="t" r="r" b="b"/>
            <a:pathLst>
              <a:path w="3175" h="8889">
                <a:moveTo>
                  <a:pt x="2780" y="0"/>
                </a:moveTo>
                <a:lnTo>
                  <a:pt x="0" y="8349"/>
                </a:lnTo>
              </a:path>
            </a:pathLst>
          </a:custGeom>
          <a:ln w="5562">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00" name="object 100">
            <a:extLst>
              <a:ext uri="{FF2B5EF4-FFF2-40B4-BE49-F238E27FC236}">
                <a16:creationId xmlns:a16="http://schemas.microsoft.com/office/drawing/2014/main" xmlns="" id="{2E227232-491D-BE45-B40E-F3E7D6B1F0C4}"/>
              </a:ext>
            </a:extLst>
          </p:cNvPr>
          <p:cNvSpPr/>
          <p:nvPr/>
        </p:nvSpPr>
        <p:spPr>
          <a:xfrm>
            <a:off x="5226050" y="4541838"/>
            <a:ext cx="3175" cy="6350"/>
          </a:xfrm>
          <a:custGeom>
            <a:avLst/>
            <a:gdLst/>
            <a:ahLst/>
            <a:cxnLst/>
            <a:rect l="l" t="t" r="r" b="b"/>
            <a:pathLst>
              <a:path w="3175" h="6985">
                <a:moveTo>
                  <a:pt x="2780" y="0"/>
                </a:moveTo>
                <a:lnTo>
                  <a:pt x="0" y="6957"/>
                </a:lnTo>
              </a:path>
            </a:pathLst>
          </a:custGeom>
          <a:ln w="6952">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01" name="object 101">
            <a:extLst>
              <a:ext uri="{FF2B5EF4-FFF2-40B4-BE49-F238E27FC236}">
                <a16:creationId xmlns:a16="http://schemas.microsoft.com/office/drawing/2014/main" xmlns="" id="{AE0CA636-8EB3-B642-9993-5892DA6D1939}"/>
              </a:ext>
            </a:extLst>
          </p:cNvPr>
          <p:cNvSpPr/>
          <p:nvPr/>
        </p:nvSpPr>
        <p:spPr>
          <a:xfrm>
            <a:off x="5222875" y="4549775"/>
            <a:ext cx="3175" cy="6350"/>
          </a:xfrm>
          <a:custGeom>
            <a:avLst/>
            <a:gdLst/>
            <a:ahLst/>
            <a:cxnLst/>
            <a:rect l="l" t="t" r="r" b="b"/>
            <a:pathLst>
              <a:path w="4445" h="6985">
                <a:moveTo>
                  <a:pt x="4171" y="0"/>
                </a:moveTo>
                <a:lnTo>
                  <a:pt x="0" y="6957"/>
                </a:lnTo>
              </a:path>
            </a:pathLst>
          </a:custGeom>
          <a:ln w="6953">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02" name="object 102">
            <a:extLst>
              <a:ext uri="{FF2B5EF4-FFF2-40B4-BE49-F238E27FC236}">
                <a16:creationId xmlns:a16="http://schemas.microsoft.com/office/drawing/2014/main" xmlns="" id="{26435819-1413-0F42-8FA2-21D4DF7C89C3}"/>
              </a:ext>
            </a:extLst>
          </p:cNvPr>
          <p:cNvSpPr/>
          <p:nvPr/>
        </p:nvSpPr>
        <p:spPr>
          <a:xfrm>
            <a:off x="5219700" y="4556125"/>
            <a:ext cx="3175" cy="7938"/>
          </a:xfrm>
          <a:custGeom>
            <a:avLst/>
            <a:gdLst/>
            <a:ahLst/>
            <a:cxnLst/>
            <a:rect l="l" t="t" r="r" b="b"/>
            <a:pathLst>
              <a:path w="3175" h="8889">
                <a:moveTo>
                  <a:pt x="2780" y="0"/>
                </a:moveTo>
                <a:lnTo>
                  <a:pt x="0" y="8349"/>
                </a:lnTo>
              </a:path>
            </a:pathLst>
          </a:custGeom>
          <a:ln w="5562">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03" name="object 103">
            <a:extLst>
              <a:ext uri="{FF2B5EF4-FFF2-40B4-BE49-F238E27FC236}">
                <a16:creationId xmlns:a16="http://schemas.microsoft.com/office/drawing/2014/main" xmlns="" id="{9EEDB58F-CBB0-0144-A3CD-ACA2594BF10A}"/>
              </a:ext>
            </a:extLst>
          </p:cNvPr>
          <p:cNvSpPr/>
          <p:nvPr/>
        </p:nvSpPr>
        <p:spPr>
          <a:xfrm>
            <a:off x="5216525" y="4565650"/>
            <a:ext cx="4763" cy="7938"/>
          </a:xfrm>
          <a:custGeom>
            <a:avLst/>
            <a:gdLst/>
            <a:ahLst/>
            <a:cxnLst/>
            <a:rect l="l" t="t" r="r" b="b"/>
            <a:pathLst>
              <a:path w="4445" h="8889">
                <a:moveTo>
                  <a:pt x="4171" y="0"/>
                </a:moveTo>
                <a:lnTo>
                  <a:pt x="0" y="8349"/>
                </a:lnTo>
              </a:path>
            </a:pathLst>
          </a:custGeom>
          <a:ln w="6953">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04" name="object 104">
            <a:extLst>
              <a:ext uri="{FF2B5EF4-FFF2-40B4-BE49-F238E27FC236}">
                <a16:creationId xmlns:a16="http://schemas.microsoft.com/office/drawing/2014/main" xmlns="" id="{0646ED48-BA03-884C-93E8-7C254675817F}"/>
              </a:ext>
            </a:extLst>
          </p:cNvPr>
          <p:cNvSpPr/>
          <p:nvPr/>
        </p:nvSpPr>
        <p:spPr>
          <a:xfrm>
            <a:off x="5211763" y="4573588"/>
            <a:ext cx="4762" cy="6350"/>
          </a:xfrm>
          <a:custGeom>
            <a:avLst/>
            <a:gdLst/>
            <a:ahLst/>
            <a:cxnLst/>
            <a:rect l="l" t="t" r="r" b="b"/>
            <a:pathLst>
              <a:path w="4445" h="6985">
                <a:moveTo>
                  <a:pt x="4171" y="0"/>
                </a:moveTo>
                <a:lnTo>
                  <a:pt x="0" y="6957"/>
                </a:lnTo>
              </a:path>
            </a:pathLst>
          </a:custGeom>
          <a:ln w="6953">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05" name="object 105">
            <a:extLst>
              <a:ext uri="{FF2B5EF4-FFF2-40B4-BE49-F238E27FC236}">
                <a16:creationId xmlns:a16="http://schemas.microsoft.com/office/drawing/2014/main" xmlns="" id="{3CD1148A-CE0D-D844-88D4-8017FA22E8D0}"/>
              </a:ext>
            </a:extLst>
          </p:cNvPr>
          <p:cNvSpPr/>
          <p:nvPr/>
        </p:nvSpPr>
        <p:spPr>
          <a:xfrm>
            <a:off x="5207000" y="4581525"/>
            <a:ext cx="3175" cy="6350"/>
          </a:xfrm>
          <a:custGeom>
            <a:avLst/>
            <a:gdLst/>
            <a:ahLst/>
            <a:cxnLst/>
            <a:rect l="l" t="t" r="r" b="b"/>
            <a:pathLst>
              <a:path w="4445" h="6985">
                <a:moveTo>
                  <a:pt x="4171" y="0"/>
                </a:moveTo>
                <a:lnTo>
                  <a:pt x="0" y="6957"/>
                </a:lnTo>
              </a:path>
            </a:pathLst>
          </a:custGeom>
          <a:ln w="6953">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06" name="object 106">
            <a:extLst>
              <a:ext uri="{FF2B5EF4-FFF2-40B4-BE49-F238E27FC236}">
                <a16:creationId xmlns:a16="http://schemas.microsoft.com/office/drawing/2014/main" xmlns="" id="{4961FA05-F909-0D4B-8E3A-75DE9ABF741C}"/>
              </a:ext>
            </a:extLst>
          </p:cNvPr>
          <p:cNvSpPr/>
          <p:nvPr/>
        </p:nvSpPr>
        <p:spPr>
          <a:xfrm>
            <a:off x="5202238" y="4589463"/>
            <a:ext cx="4762" cy="4762"/>
          </a:xfrm>
          <a:custGeom>
            <a:avLst/>
            <a:gdLst/>
            <a:ahLst/>
            <a:cxnLst/>
            <a:rect l="l" t="t" r="r" b="b"/>
            <a:pathLst>
              <a:path w="5714" h="6985">
                <a:moveTo>
                  <a:pt x="5561" y="0"/>
                </a:moveTo>
                <a:lnTo>
                  <a:pt x="0" y="6957"/>
                </a:lnTo>
              </a:path>
            </a:pathLst>
          </a:custGeom>
          <a:ln w="6954">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07" name="object 107">
            <a:extLst>
              <a:ext uri="{FF2B5EF4-FFF2-40B4-BE49-F238E27FC236}">
                <a16:creationId xmlns:a16="http://schemas.microsoft.com/office/drawing/2014/main" xmlns="" id="{7482787E-37DA-B54C-8E73-D8E4A001CBBC}"/>
              </a:ext>
            </a:extLst>
          </p:cNvPr>
          <p:cNvSpPr/>
          <p:nvPr/>
        </p:nvSpPr>
        <p:spPr>
          <a:xfrm>
            <a:off x="5195888" y="4595813"/>
            <a:ext cx="4762" cy="6350"/>
          </a:xfrm>
          <a:custGeom>
            <a:avLst/>
            <a:gdLst/>
            <a:ahLst/>
            <a:cxnLst/>
            <a:rect l="l" t="t" r="r" b="b"/>
            <a:pathLst>
              <a:path w="5714" h="6985">
                <a:moveTo>
                  <a:pt x="5561" y="0"/>
                </a:moveTo>
                <a:lnTo>
                  <a:pt x="0" y="6957"/>
                </a:lnTo>
              </a:path>
            </a:pathLst>
          </a:custGeom>
          <a:ln w="6954">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08" name="object 108">
            <a:extLst>
              <a:ext uri="{FF2B5EF4-FFF2-40B4-BE49-F238E27FC236}">
                <a16:creationId xmlns:a16="http://schemas.microsoft.com/office/drawing/2014/main" xmlns="" id="{8C3C4295-6128-294C-B586-54A0C1BC195E}"/>
              </a:ext>
            </a:extLst>
          </p:cNvPr>
          <p:cNvSpPr/>
          <p:nvPr/>
        </p:nvSpPr>
        <p:spPr>
          <a:xfrm>
            <a:off x="5189538" y="4603750"/>
            <a:ext cx="4762" cy="4763"/>
          </a:xfrm>
          <a:custGeom>
            <a:avLst/>
            <a:gdLst/>
            <a:ahLst/>
            <a:cxnLst/>
            <a:rect l="l" t="t" r="r" b="b"/>
            <a:pathLst>
              <a:path w="5714" h="5714">
                <a:moveTo>
                  <a:pt x="5561" y="0"/>
                </a:moveTo>
                <a:lnTo>
                  <a:pt x="0" y="5566"/>
                </a:lnTo>
              </a:path>
            </a:pathLst>
          </a:custGeom>
          <a:ln w="6954">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09" name="object 109">
            <a:extLst>
              <a:ext uri="{FF2B5EF4-FFF2-40B4-BE49-F238E27FC236}">
                <a16:creationId xmlns:a16="http://schemas.microsoft.com/office/drawing/2014/main" xmlns="" id="{145A612D-5C90-6D4B-8A1F-17C80BE71493}"/>
              </a:ext>
            </a:extLst>
          </p:cNvPr>
          <p:cNvSpPr/>
          <p:nvPr/>
        </p:nvSpPr>
        <p:spPr>
          <a:xfrm>
            <a:off x="5183188" y="4610100"/>
            <a:ext cx="4762" cy="6350"/>
          </a:xfrm>
          <a:custGeom>
            <a:avLst/>
            <a:gdLst/>
            <a:ahLst/>
            <a:cxnLst/>
            <a:rect l="l" t="t" r="r" b="b"/>
            <a:pathLst>
              <a:path w="5714" h="6985">
                <a:moveTo>
                  <a:pt x="5561" y="0"/>
                </a:moveTo>
                <a:lnTo>
                  <a:pt x="0" y="6957"/>
                </a:lnTo>
              </a:path>
            </a:pathLst>
          </a:custGeom>
          <a:ln w="6954">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10" name="object 110">
            <a:extLst>
              <a:ext uri="{FF2B5EF4-FFF2-40B4-BE49-F238E27FC236}">
                <a16:creationId xmlns:a16="http://schemas.microsoft.com/office/drawing/2014/main" xmlns="" id="{C5EBB1E2-90C4-9E41-829F-7A862E0BCC81}"/>
              </a:ext>
            </a:extLst>
          </p:cNvPr>
          <p:cNvSpPr/>
          <p:nvPr/>
        </p:nvSpPr>
        <p:spPr>
          <a:xfrm>
            <a:off x="5176838" y="4616450"/>
            <a:ext cx="6350" cy="6350"/>
          </a:xfrm>
          <a:custGeom>
            <a:avLst/>
            <a:gdLst/>
            <a:ahLst/>
            <a:cxnLst/>
            <a:rect l="l" t="t" r="r" b="b"/>
            <a:pathLst>
              <a:path w="6985" h="6985">
                <a:moveTo>
                  <a:pt x="6952" y="0"/>
                </a:moveTo>
                <a:lnTo>
                  <a:pt x="0" y="6957"/>
                </a:lnTo>
              </a:path>
            </a:pathLst>
          </a:custGeom>
          <a:ln w="6954">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11" name="object 111">
            <a:extLst>
              <a:ext uri="{FF2B5EF4-FFF2-40B4-BE49-F238E27FC236}">
                <a16:creationId xmlns:a16="http://schemas.microsoft.com/office/drawing/2014/main" xmlns="" id="{0067D8C1-3F68-F149-A0FA-53143F8C876C}"/>
              </a:ext>
            </a:extLst>
          </p:cNvPr>
          <p:cNvSpPr/>
          <p:nvPr/>
        </p:nvSpPr>
        <p:spPr>
          <a:xfrm>
            <a:off x="5168900" y="4624388"/>
            <a:ext cx="6350" cy="7937"/>
          </a:xfrm>
          <a:custGeom>
            <a:avLst/>
            <a:gdLst/>
            <a:ahLst/>
            <a:cxnLst/>
            <a:rect l="l" t="t" r="r" b="b"/>
            <a:pathLst>
              <a:path w="6985" h="8889">
                <a:moveTo>
                  <a:pt x="6952" y="0"/>
                </a:moveTo>
                <a:lnTo>
                  <a:pt x="0" y="8349"/>
                </a:lnTo>
              </a:path>
            </a:pathLst>
          </a:custGeom>
          <a:ln w="6954">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12" name="object 112">
            <a:extLst>
              <a:ext uri="{FF2B5EF4-FFF2-40B4-BE49-F238E27FC236}">
                <a16:creationId xmlns:a16="http://schemas.microsoft.com/office/drawing/2014/main" xmlns="" id="{7C96E8C4-BA58-2144-8D21-33C1334D1098}"/>
              </a:ext>
            </a:extLst>
          </p:cNvPr>
          <p:cNvSpPr/>
          <p:nvPr/>
        </p:nvSpPr>
        <p:spPr>
          <a:xfrm>
            <a:off x="5160963" y="4632325"/>
            <a:ext cx="6350" cy="6350"/>
          </a:xfrm>
          <a:custGeom>
            <a:avLst/>
            <a:gdLst/>
            <a:ahLst/>
            <a:cxnLst/>
            <a:rect l="l" t="t" r="r" b="b"/>
            <a:pathLst>
              <a:path w="6985" h="5714">
                <a:moveTo>
                  <a:pt x="6952" y="0"/>
                </a:moveTo>
                <a:lnTo>
                  <a:pt x="0" y="5566"/>
                </a:lnTo>
              </a:path>
            </a:pathLst>
          </a:custGeom>
          <a:ln w="695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13" name="object 113">
            <a:extLst>
              <a:ext uri="{FF2B5EF4-FFF2-40B4-BE49-F238E27FC236}">
                <a16:creationId xmlns:a16="http://schemas.microsoft.com/office/drawing/2014/main" xmlns="" id="{7BA418C9-8549-D240-8B54-9DD72C2A259C}"/>
              </a:ext>
            </a:extLst>
          </p:cNvPr>
          <p:cNvSpPr/>
          <p:nvPr/>
        </p:nvSpPr>
        <p:spPr>
          <a:xfrm>
            <a:off x="5151438" y="4638675"/>
            <a:ext cx="9525" cy="6350"/>
          </a:xfrm>
          <a:custGeom>
            <a:avLst/>
            <a:gdLst/>
            <a:ahLst/>
            <a:cxnLst/>
            <a:rect l="l" t="t" r="r" b="b"/>
            <a:pathLst>
              <a:path w="10160" h="6985">
                <a:moveTo>
                  <a:pt x="9733" y="0"/>
                </a:moveTo>
                <a:lnTo>
                  <a:pt x="0" y="6957"/>
                </a:lnTo>
              </a:path>
            </a:pathLst>
          </a:custGeom>
          <a:ln w="695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14" name="object 114">
            <a:extLst>
              <a:ext uri="{FF2B5EF4-FFF2-40B4-BE49-F238E27FC236}">
                <a16:creationId xmlns:a16="http://schemas.microsoft.com/office/drawing/2014/main" xmlns="" id="{8949C60A-8D41-D844-85EB-8B9A8269F1C1}"/>
              </a:ext>
            </a:extLst>
          </p:cNvPr>
          <p:cNvSpPr/>
          <p:nvPr/>
        </p:nvSpPr>
        <p:spPr>
          <a:xfrm>
            <a:off x="5143500" y="4646613"/>
            <a:ext cx="7938" cy="4762"/>
          </a:xfrm>
          <a:custGeom>
            <a:avLst/>
            <a:gdLst/>
            <a:ahLst/>
            <a:cxnLst/>
            <a:rect l="l" t="t" r="r" b="b"/>
            <a:pathLst>
              <a:path w="8889" h="5714">
                <a:moveTo>
                  <a:pt x="8342" y="0"/>
                </a:moveTo>
                <a:lnTo>
                  <a:pt x="0" y="5566"/>
                </a:lnTo>
              </a:path>
            </a:pathLst>
          </a:custGeom>
          <a:ln w="695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15" name="object 115">
            <a:extLst>
              <a:ext uri="{FF2B5EF4-FFF2-40B4-BE49-F238E27FC236}">
                <a16:creationId xmlns:a16="http://schemas.microsoft.com/office/drawing/2014/main" xmlns="" id="{FBEE7266-7865-6345-BB4B-290739C480A8}"/>
              </a:ext>
            </a:extLst>
          </p:cNvPr>
          <p:cNvSpPr/>
          <p:nvPr/>
        </p:nvSpPr>
        <p:spPr>
          <a:xfrm>
            <a:off x="5133975" y="4652963"/>
            <a:ext cx="7938" cy="6350"/>
          </a:xfrm>
          <a:custGeom>
            <a:avLst/>
            <a:gdLst/>
            <a:ahLst/>
            <a:cxnLst/>
            <a:rect l="l" t="t" r="r" b="b"/>
            <a:pathLst>
              <a:path w="10160" h="6985">
                <a:moveTo>
                  <a:pt x="9733" y="0"/>
                </a:moveTo>
                <a:lnTo>
                  <a:pt x="0" y="6957"/>
                </a:lnTo>
              </a:path>
            </a:pathLst>
          </a:custGeom>
          <a:ln w="695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16" name="object 116">
            <a:extLst>
              <a:ext uri="{FF2B5EF4-FFF2-40B4-BE49-F238E27FC236}">
                <a16:creationId xmlns:a16="http://schemas.microsoft.com/office/drawing/2014/main" xmlns="" id="{6645781B-2D46-DB44-855F-52B482698566}"/>
              </a:ext>
            </a:extLst>
          </p:cNvPr>
          <p:cNvSpPr/>
          <p:nvPr/>
        </p:nvSpPr>
        <p:spPr>
          <a:xfrm>
            <a:off x="5124450" y="4659313"/>
            <a:ext cx="7938" cy="6350"/>
          </a:xfrm>
          <a:custGeom>
            <a:avLst/>
            <a:gdLst/>
            <a:ahLst/>
            <a:cxnLst/>
            <a:rect l="l" t="t" r="r" b="b"/>
            <a:pathLst>
              <a:path w="8889" h="5714">
                <a:moveTo>
                  <a:pt x="8342" y="0"/>
                </a:moveTo>
                <a:lnTo>
                  <a:pt x="0" y="5566"/>
                </a:lnTo>
              </a:path>
            </a:pathLst>
          </a:custGeom>
          <a:ln w="695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17" name="object 117">
            <a:extLst>
              <a:ext uri="{FF2B5EF4-FFF2-40B4-BE49-F238E27FC236}">
                <a16:creationId xmlns:a16="http://schemas.microsoft.com/office/drawing/2014/main" xmlns="" id="{C98AD4D6-44EA-6B4A-BA6A-F8A214A96D56}"/>
              </a:ext>
            </a:extLst>
          </p:cNvPr>
          <p:cNvSpPr/>
          <p:nvPr/>
        </p:nvSpPr>
        <p:spPr>
          <a:xfrm>
            <a:off x="5105400" y="4665663"/>
            <a:ext cx="17463" cy="12700"/>
          </a:xfrm>
          <a:custGeom>
            <a:avLst/>
            <a:gdLst/>
            <a:ahLst/>
            <a:cxnLst/>
            <a:rect l="l" t="t" r="r" b="b"/>
            <a:pathLst>
              <a:path w="20954" h="13970">
                <a:moveTo>
                  <a:pt x="20856" y="0"/>
                </a:moveTo>
                <a:lnTo>
                  <a:pt x="0" y="13915"/>
                </a:lnTo>
              </a:path>
            </a:pathLst>
          </a:custGeom>
          <a:ln w="695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18" name="object 118">
            <a:extLst>
              <a:ext uri="{FF2B5EF4-FFF2-40B4-BE49-F238E27FC236}">
                <a16:creationId xmlns:a16="http://schemas.microsoft.com/office/drawing/2014/main" xmlns="" id="{8D7A9215-45F3-254E-9AF0-A92F553C7452}"/>
              </a:ext>
            </a:extLst>
          </p:cNvPr>
          <p:cNvSpPr/>
          <p:nvPr/>
        </p:nvSpPr>
        <p:spPr>
          <a:xfrm>
            <a:off x="5084763" y="4679950"/>
            <a:ext cx="19050" cy="11113"/>
          </a:xfrm>
          <a:custGeom>
            <a:avLst/>
            <a:gdLst/>
            <a:ahLst/>
            <a:cxnLst/>
            <a:rect l="l" t="t" r="r" b="b"/>
            <a:pathLst>
              <a:path w="22860" h="12700">
                <a:moveTo>
                  <a:pt x="22247" y="0"/>
                </a:moveTo>
                <a:lnTo>
                  <a:pt x="0" y="12523"/>
                </a:lnTo>
              </a:path>
            </a:pathLst>
          </a:custGeom>
          <a:ln w="6956">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19" name="object 119">
            <a:extLst>
              <a:ext uri="{FF2B5EF4-FFF2-40B4-BE49-F238E27FC236}">
                <a16:creationId xmlns:a16="http://schemas.microsoft.com/office/drawing/2014/main" xmlns="" id="{A2B7DA21-F1AE-944A-AD37-19A2251C7B79}"/>
              </a:ext>
            </a:extLst>
          </p:cNvPr>
          <p:cNvSpPr/>
          <p:nvPr/>
        </p:nvSpPr>
        <p:spPr>
          <a:xfrm>
            <a:off x="5059363" y="4692650"/>
            <a:ext cx="23812" cy="11113"/>
          </a:xfrm>
          <a:custGeom>
            <a:avLst/>
            <a:gdLst/>
            <a:ahLst/>
            <a:cxnLst/>
            <a:rect l="l" t="t" r="r" b="b"/>
            <a:pathLst>
              <a:path w="26670" h="13970">
                <a:moveTo>
                  <a:pt x="26418" y="0"/>
                </a:moveTo>
                <a:lnTo>
                  <a:pt x="0" y="13915"/>
                </a:lnTo>
              </a:path>
            </a:pathLst>
          </a:custGeom>
          <a:ln w="6956">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20" name="object 120">
            <a:extLst>
              <a:ext uri="{FF2B5EF4-FFF2-40B4-BE49-F238E27FC236}">
                <a16:creationId xmlns:a16="http://schemas.microsoft.com/office/drawing/2014/main" xmlns="" id="{F2FA503C-B88A-7B4D-8729-6BD49109A3FB}"/>
              </a:ext>
            </a:extLst>
          </p:cNvPr>
          <p:cNvSpPr/>
          <p:nvPr/>
        </p:nvSpPr>
        <p:spPr>
          <a:xfrm>
            <a:off x="5035550" y="4703763"/>
            <a:ext cx="23813" cy="11112"/>
          </a:xfrm>
          <a:custGeom>
            <a:avLst/>
            <a:gdLst/>
            <a:ahLst/>
            <a:cxnLst/>
            <a:rect l="l" t="t" r="r" b="b"/>
            <a:pathLst>
              <a:path w="26670" h="11429">
                <a:moveTo>
                  <a:pt x="26418" y="0"/>
                </a:moveTo>
                <a:lnTo>
                  <a:pt x="0" y="11132"/>
                </a:lnTo>
              </a:path>
            </a:pathLst>
          </a:custGeom>
          <a:ln w="6956">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21" name="object 121">
            <a:extLst>
              <a:ext uri="{FF2B5EF4-FFF2-40B4-BE49-F238E27FC236}">
                <a16:creationId xmlns:a16="http://schemas.microsoft.com/office/drawing/2014/main" xmlns="" id="{1A7B13D2-38D9-2D48-BAD4-0C78DD8F48F7}"/>
              </a:ext>
            </a:extLst>
          </p:cNvPr>
          <p:cNvSpPr/>
          <p:nvPr/>
        </p:nvSpPr>
        <p:spPr>
          <a:xfrm>
            <a:off x="5011738" y="4713288"/>
            <a:ext cx="22225" cy="12700"/>
          </a:xfrm>
          <a:custGeom>
            <a:avLst/>
            <a:gdLst/>
            <a:ahLst/>
            <a:cxnLst/>
            <a:rect l="l" t="t" r="r" b="b"/>
            <a:pathLst>
              <a:path w="25400" h="12700">
                <a:moveTo>
                  <a:pt x="25027" y="0"/>
                </a:moveTo>
                <a:lnTo>
                  <a:pt x="0" y="12523"/>
                </a:lnTo>
              </a:path>
            </a:pathLst>
          </a:custGeom>
          <a:ln w="6956">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22" name="object 122">
            <a:extLst>
              <a:ext uri="{FF2B5EF4-FFF2-40B4-BE49-F238E27FC236}">
                <a16:creationId xmlns:a16="http://schemas.microsoft.com/office/drawing/2014/main" xmlns="" id="{ECFDC6E4-9F52-1E49-9E4E-6B5CB900EABB}"/>
              </a:ext>
            </a:extLst>
          </p:cNvPr>
          <p:cNvSpPr/>
          <p:nvPr/>
        </p:nvSpPr>
        <p:spPr>
          <a:xfrm>
            <a:off x="4983163" y="4725988"/>
            <a:ext cx="28575" cy="11112"/>
          </a:xfrm>
          <a:custGeom>
            <a:avLst/>
            <a:gdLst/>
            <a:ahLst/>
            <a:cxnLst/>
            <a:rect l="l" t="t" r="r" b="b"/>
            <a:pathLst>
              <a:path w="31114" h="12700">
                <a:moveTo>
                  <a:pt x="30589" y="0"/>
                </a:moveTo>
                <a:lnTo>
                  <a:pt x="0" y="12523"/>
                </a:lnTo>
              </a:path>
            </a:pathLst>
          </a:custGeom>
          <a:ln w="6956">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23" name="object 123">
            <a:extLst>
              <a:ext uri="{FF2B5EF4-FFF2-40B4-BE49-F238E27FC236}">
                <a16:creationId xmlns:a16="http://schemas.microsoft.com/office/drawing/2014/main" xmlns="" id="{97543C45-AC30-5945-97D8-335D08E8A590}"/>
              </a:ext>
            </a:extLst>
          </p:cNvPr>
          <p:cNvSpPr/>
          <p:nvPr/>
        </p:nvSpPr>
        <p:spPr>
          <a:xfrm>
            <a:off x="4956175" y="4737100"/>
            <a:ext cx="26988" cy="9525"/>
          </a:xfrm>
          <a:custGeom>
            <a:avLst/>
            <a:gdLst/>
            <a:ahLst/>
            <a:cxnLst/>
            <a:rect l="l" t="t" r="r" b="b"/>
            <a:pathLst>
              <a:path w="31114" h="10160">
                <a:moveTo>
                  <a:pt x="30589" y="0"/>
                </a:moveTo>
                <a:lnTo>
                  <a:pt x="0" y="9740"/>
                </a:lnTo>
              </a:path>
            </a:pathLst>
          </a:custGeom>
          <a:ln w="556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24" name="object 124">
            <a:extLst>
              <a:ext uri="{FF2B5EF4-FFF2-40B4-BE49-F238E27FC236}">
                <a16:creationId xmlns:a16="http://schemas.microsoft.com/office/drawing/2014/main" xmlns="" id="{499F2FEE-5148-B949-8468-3BB0D1456FCC}"/>
              </a:ext>
            </a:extLst>
          </p:cNvPr>
          <p:cNvSpPr/>
          <p:nvPr/>
        </p:nvSpPr>
        <p:spPr>
          <a:xfrm>
            <a:off x="4926013" y="4746625"/>
            <a:ext cx="28575" cy="11113"/>
          </a:xfrm>
          <a:custGeom>
            <a:avLst/>
            <a:gdLst/>
            <a:ahLst/>
            <a:cxnLst/>
            <a:rect l="l" t="t" r="r" b="b"/>
            <a:pathLst>
              <a:path w="32385" h="12700">
                <a:moveTo>
                  <a:pt x="31980" y="0"/>
                </a:moveTo>
                <a:lnTo>
                  <a:pt x="0" y="12523"/>
                </a:lnTo>
              </a:path>
            </a:pathLst>
          </a:custGeom>
          <a:ln w="6956">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25" name="object 125">
            <a:extLst>
              <a:ext uri="{FF2B5EF4-FFF2-40B4-BE49-F238E27FC236}">
                <a16:creationId xmlns:a16="http://schemas.microsoft.com/office/drawing/2014/main" xmlns="" id="{C40A361D-1B9E-BB41-8D9F-0979690A2941}"/>
              </a:ext>
            </a:extLst>
          </p:cNvPr>
          <p:cNvSpPr/>
          <p:nvPr/>
        </p:nvSpPr>
        <p:spPr>
          <a:xfrm>
            <a:off x="4895850" y="4757738"/>
            <a:ext cx="28575" cy="7937"/>
          </a:xfrm>
          <a:custGeom>
            <a:avLst/>
            <a:gdLst/>
            <a:ahLst/>
            <a:cxnLst/>
            <a:rect l="l" t="t" r="r" b="b"/>
            <a:pathLst>
              <a:path w="32385" h="8889">
                <a:moveTo>
                  <a:pt x="31980" y="0"/>
                </a:moveTo>
                <a:lnTo>
                  <a:pt x="0" y="8349"/>
                </a:lnTo>
              </a:path>
            </a:pathLst>
          </a:custGeom>
          <a:ln w="556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26" name="object 126">
            <a:extLst>
              <a:ext uri="{FF2B5EF4-FFF2-40B4-BE49-F238E27FC236}">
                <a16:creationId xmlns:a16="http://schemas.microsoft.com/office/drawing/2014/main" xmlns="" id="{9A3F4E0C-6A6C-734F-BD67-1BD803A593EE}"/>
              </a:ext>
            </a:extLst>
          </p:cNvPr>
          <p:cNvSpPr/>
          <p:nvPr/>
        </p:nvSpPr>
        <p:spPr>
          <a:xfrm>
            <a:off x="4864100" y="4764088"/>
            <a:ext cx="31750" cy="9525"/>
          </a:xfrm>
          <a:custGeom>
            <a:avLst/>
            <a:gdLst/>
            <a:ahLst/>
            <a:cxnLst/>
            <a:rect l="l" t="t" r="r" b="b"/>
            <a:pathLst>
              <a:path w="34925" h="10160">
                <a:moveTo>
                  <a:pt x="34760" y="0"/>
                </a:moveTo>
                <a:lnTo>
                  <a:pt x="0" y="9740"/>
                </a:lnTo>
              </a:path>
            </a:pathLst>
          </a:custGeom>
          <a:ln w="556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27" name="object 127">
            <a:extLst>
              <a:ext uri="{FF2B5EF4-FFF2-40B4-BE49-F238E27FC236}">
                <a16:creationId xmlns:a16="http://schemas.microsoft.com/office/drawing/2014/main" xmlns="" id="{0A4A3112-4C2E-F84C-9B99-56C03A5465F0}"/>
              </a:ext>
            </a:extLst>
          </p:cNvPr>
          <p:cNvSpPr/>
          <p:nvPr/>
        </p:nvSpPr>
        <p:spPr>
          <a:xfrm>
            <a:off x="4832350" y="4773613"/>
            <a:ext cx="31750" cy="7937"/>
          </a:xfrm>
          <a:custGeom>
            <a:avLst/>
            <a:gdLst/>
            <a:ahLst/>
            <a:cxnLst/>
            <a:rect l="l" t="t" r="r" b="b"/>
            <a:pathLst>
              <a:path w="34925" h="8889">
                <a:moveTo>
                  <a:pt x="34760" y="0"/>
                </a:moveTo>
                <a:lnTo>
                  <a:pt x="0" y="8349"/>
                </a:lnTo>
              </a:path>
            </a:pathLst>
          </a:custGeom>
          <a:ln w="556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28" name="object 128">
            <a:extLst>
              <a:ext uri="{FF2B5EF4-FFF2-40B4-BE49-F238E27FC236}">
                <a16:creationId xmlns:a16="http://schemas.microsoft.com/office/drawing/2014/main" xmlns="" id="{FDEEF244-F7C6-804B-901E-C7B848E2D5B3}"/>
              </a:ext>
            </a:extLst>
          </p:cNvPr>
          <p:cNvSpPr/>
          <p:nvPr/>
        </p:nvSpPr>
        <p:spPr>
          <a:xfrm>
            <a:off x="4799013" y="4779963"/>
            <a:ext cx="31750" cy="9525"/>
          </a:xfrm>
          <a:custGeom>
            <a:avLst/>
            <a:gdLst/>
            <a:ahLst/>
            <a:cxnLst/>
            <a:rect l="l" t="t" r="r" b="b"/>
            <a:pathLst>
              <a:path w="36195" h="10160">
                <a:moveTo>
                  <a:pt x="36151" y="0"/>
                </a:moveTo>
                <a:lnTo>
                  <a:pt x="0" y="9740"/>
                </a:lnTo>
              </a:path>
            </a:pathLst>
          </a:custGeom>
          <a:ln w="556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29" name="object 129">
            <a:extLst>
              <a:ext uri="{FF2B5EF4-FFF2-40B4-BE49-F238E27FC236}">
                <a16:creationId xmlns:a16="http://schemas.microsoft.com/office/drawing/2014/main" xmlns="" id="{65735E43-DA9A-6C4B-A2CF-6885B6CA2030}"/>
              </a:ext>
            </a:extLst>
          </p:cNvPr>
          <p:cNvSpPr/>
          <p:nvPr/>
        </p:nvSpPr>
        <p:spPr>
          <a:xfrm>
            <a:off x="4765675" y="4789488"/>
            <a:ext cx="33338" cy="4762"/>
          </a:xfrm>
          <a:custGeom>
            <a:avLst/>
            <a:gdLst/>
            <a:ahLst/>
            <a:cxnLst/>
            <a:rect l="l" t="t" r="r" b="b"/>
            <a:pathLst>
              <a:path w="38100" h="5714">
                <a:moveTo>
                  <a:pt x="37541" y="0"/>
                </a:moveTo>
                <a:lnTo>
                  <a:pt x="0" y="5566"/>
                </a:lnTo>
              </a:path>
            </a:pathLst>
          </a:custGeom>
          <a:ln w="5566">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30" name="object 130">
            <a:extLst>
              <a:ext uri="{FF2B5EF4-FFF2-40B4-BE49-F238E27FC236}">
                <a16:creationId xmlns:a16="http://schemas.microsoft.com/office/drawing/2014/main" xmlns="" id="{1CE26618-28C0-EC49-A385-8A64B6F227AC}"/>
              </a:ext>
            </a:extLst>
          </p:cNvPr>
          <p:cNvSpPr/>
          <p:nvPr/>
        </p:nvSpPr>
        <p:spPr>
          <a:xfrm>
            <a:off x="4729163" y="4794250"/>
            <a:ext cx="34925" cy="6350"/>
          </a:xfrm>
          <a:custGeom>
            <a:avLst/>
            <a:gdLst/>
            <a:ahLst/>
            <a:cxnLst/>
            <a:rect l="l" t="t" r="r" b="b"/>
            <a:pathLst>
              <a:path w="39370" h="6985">
                <a:moveTo>
                  <a:pt x="38932" y="0"/>
                </a:moveTo>
                <a:lnTo>
                  <a:pt x="0" y="6957"/>
                </a:lnTo>
              </a:path>
            </a:pathLst>
          </a:custGeom>
          <a:ln w="5566">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31" name="object 131">
            <a:extLst>
              <a:ext uri="{FF2B5EF4-FFF2-40B4-BE49-F238E27FC236}">
                <a16:creationId xmlns:a16="http://schemas.microsoft.com/office/drawing/2014/main" xmlns="" id="{FBF102D4-C69D-FB4A-A013-F8E855230BFD}"/>
              </a:ext>
            </a:extLst>
          </p:cNvPr>
          <p:cNvSpPr/>
          <p:nvPr/>
        </p:nvSpPr>
        <p:spPr>
          <a:xfrm>
            <a:off x="4695825" y="4800600"/>
            <a:ext cx="33338" cy="4763"/>
          </a:xfrm>
          <a:custGeom>
            <a:avLst/>
            <a:gdLst/>
            <a:ahLst/>
            <a:cxnLst/>
            <a:rect l="l" t="t" r="r" b="b"/>
            <a:pathLst>
              <a:path w="38100" h="5714">
                <a:moveTo>
                  <a:pt x="37541" y="0"/>
                </a:moveTo>
                <a:lnTo>
                  <a:pt x="0" y="5566"/>
                </a:lnTo>
              </a:path>
            </a:pathLst>
          </a:custGeom>
          <a:ln w="5566">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32" name="object 132">
            <a:extLst>
              <a:ext uri="{FF2B5EF4-FFF2-40B4-BE49-F238E27FC236}">
                <a16:creationId xmlns:a16="http://schemas.microsoft.com/office/drawing/2014/main" xmlns="" id="{A6DA119C-1002-9845-8C7D-DCBDC02BCEE1}"/>
              </a:ext>
            </a:extLst>
          </p:cNvPr>
          <p:cNvSpPr/>
          <p:nvPr/>
        </p:nvSpPr>
        <p:spPr>
          <a:xfrm>
            <a:off x="4657725" y="4805363"/>
            <a:ext cx="36513" cy="4762"/>
          </a:xfrm>
          <a:custGeom>
            <a:avLst/>
            <a:gdLst/>
            <a:ahLst/>
            <a:cxnLst/>
            <a:rect l="l" t="t" r="r" b="b"/>
            <a:pathLst>
              <a:path w="41910" h="5714">
                <a:moveTo>
                  <a:pt x="41713" y="0"/>
                </a:moveTo>
                <a:lnTo>
                  <a:pt x="0" y="5566"/>
                </a:lnTo>
              </a:path>
            </a:pathLst>
          </a:custGeom>
          <a:ln w="5566">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33" name="object 133">
            <a:extLst>
              <a:ext uri="{FF2B5EF4-FFF2-40B4-BE49-F238E27FC236}">
                <a16:creationId xmlns:a16="http://schemas.microsoft.com/office/drawing/2014/main" xmlns="" id="{A6C5F29F-3272-2F46-AF09-08FA0FC86F7C}"/>
              </a:ext>
            </a:extLst>
          </p:cNvPr>
          <p:cNvSpPr/>
          <p:nvPr/>
        </p:nvSpPr>
        <p:spPr>
          <a:xfrm>
            <a:off x="4621213" y="4810125"/>
            <a:ext cx="34925" cy="3175"/>
          </a:xfrm>
          <a:custGeom>
            <a:avLst/>
            <a:gdLst/>
            <a:ahLst/>
            <a:cxnLst/>
            <a:rect l="l" t="t" r="r" b="b"/>
            <a:pathLst>
              <a:path w="40639" h="3175">
                <a:moveTo>
                  <a:pt x="-2783" y="1391"/>
                </a:moveTo>
                <a:lnTo>
                  <a:pt x="43105" y="1391"/>
                </a:lnTo>
              </a:path>
            </a:pathLst>
          </a:custGeom>
          <a:ln w="8349">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34" name="object 134">
            <a:extLst>
              <a:ext uri="{FF2B5EF4-FFF2-40B4-BE49-F238E27FC236}">
                <a16:creationId xmlns:a16="http://schemas.microsoft.com/office/drawing/2014/main" xmlns="" id="{3C3D8686-B4E3-D944-A44F-1351189B6B1B}"/>
              </a:ext>
            </a:extLst>
          </p:cNvPr>
          <p:cNvSpPr/>
          <p:nvPr/>
        </p:nvSpPr>
        <p:spPr>
          <a:xfrm>
            <a:off x="4583113" y="4811713"/>
            <a:ext cx="36512" cy="4762"/>
          </a:xfrm>
          <a:custGeom>
            <a:avLst/>
            <a:gdLst/>
            <a:ahLst/>
            <a:cxnLst/>
            <a:rect l="l" t="t" r="r" b="b"/>
            <a:pathLst>
              <a:path w="40639" h="4445">
                <a:moveTo>
                  <a:pt x="-2783" y="2087"/>
                </a:moveTo>
                <a:lnTo>
                  <a:pt x="43105" y="2087"/>
                </a:lnTo>
              </a:path>
            </a:pathLst>
          </a:custGeom>
          <a:ln w="9740">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35" name="object 135">
            <a:extLst>
              <a:ext uri="{FF2B5EF4-FFF2-40B4-BE49-F238E27FC236}">
                <a16:creationId xmlns:a16="http://schemas.microsoft.com/office/drawing/2014/main" xmlns="" id="{CB8415D9-8C64-3140-B1E8-B86C6F7FD7EF}"/>
              </a:ext>
            </a:extLst>
          </p:cNvPr>
          <p:cNvSpPr/>
          <p:nvPr/>
        </p:nvSpPr>
        <p:spPr>
          <a:xfrm>
            <a:off x="4545013" y="4816475"/>
            <a:ext cx="38100" cy="1588"/>
          </a:xfrm>
          <a:custGeom>
            <a:avLst/>
            <a:gdLst/>
            <a:ahLst/>
            <a:cxnLst/>
            <a:rect l="l" t="t" r="r" b="b"/>
            <a:pathLst>
              <a:path w="43179" h="1904">
                <a:moveTo>
                  <a:pt x="-2783" y="695"/>
                </a:moveTo>
                <a:lnTo>
                  <a:pt x="45886" y="695"/>
                </a:lnTo>
              </a:path>
            </a:pathLst>
          </a:custGeom>
          <a:ln w="6957">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36" name="object 136">
            <a:extLst>
              <a:ext uri="{FF2B5EF4-FFF2-40B4-BE49-F238E27FC236}">
                <a16:creationId xmlns:a16="http://schemas.microsoft.com/office/drawing/2014/main" xmlns="" id="{BD404824-F795-C54E-9E2A-F8683E3DD26A}"/>
              </a:ext>
            </a:extLst>
          </p:cNvPr>
          <p:cNvSpPr/>
          <p:nvPr/>
        </p:nvSpPr>
        <p:spPr>
          <a:xfrm>
            <a:off x="4505325" y="4816475"/>
            <a:ext cx="38100" cy="3175"/>
          </a:xfrm>
          <a:custGeom>
            <a:avLst/>
            <a:gdLst/>
            <a:ahLst/>
            <a:cxnLst/>
            <a:rect l="l" t="t" r="r" b="b"/>
            <a:pathLst>
              <a:path w="43179" h="1904">
                <a:moveTo>
                  <a:pt x="-2783" y="695"/>
                </a:moveTo>
                <a:lnTo>
                  <a:pt x="45886" y="695"/>
                </a:lnTo>
              </a:path>
            </a:pathLst>
          </a:custGeom>
          <a:ln w="6957">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37" name="object 137">
            <a:extLst>
              <a:ext uri="{FF2B5EF4-FFF2-40B4-BE49-F238E27FC236}">
                <a16:creationId xmlns:a16="http://schemas.microsoft.com/office/drawing/2014/main" xmlns="" id="{CC259A84-A60C-D240-A05F-5C0BABD7C692}"/>
              </a:ext>
            </a:extLst>
          </p:cNvPr>
          <p:cNvSpPr/>
          <p:nvPr/>
        </p:nvSpPr>
        <p:spPr>
          <a:xfrm>
            <a:off x="4464050" y="4818063"/>
            <a:ext cx="39688" cy="0"/>
          </a:xfrm>
          <a:custGeom>
            <a:avLst/>
            <a:gdLst/>
            <a:ahLst/>
            <a:cxnLst/>
            <a:rect l="l" t="t" r="r" b="b"/>
            <a:pathLst>
              <a:path w="45085">
                <a:moveTo>
                  <a:pt x="44494" y="0"/>
                </a:moveTo>
                <a:lnTo>
                  <a:pt x="0" y="0"/>
                </a:lnTo>
              </a:path>
            </a:pathLst>
          </a:custGeom>
          <a:ln w="5566">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38" name="object 138">
            <a:extLst>
              <a:ext uri="{FF2B5EF4-FFF2-40B4-BE49-F238E27FC236}">
                <a16:creationId xmlns:a16="http://schemas.microsoft.com/office/drawing/2014/main" xmlns="" id="{03865ADA-05E6-334F-A033-8E854A7DCBE1}"/>
              </a:ext>
            </a:extLst>
          </p:cNvPr>
          <p:cNvSpPr/>
          <p:nvPr/>
        </p:nvSpPr>
        <p:spPr>
          <a:xfrm>
            <a:off x="4425950" y="4818063"/>
            <a:ext cx="38100" cy="0"/>
          </a:xfrm>
          <a:custGeom>
            <a:avLst/>
            <a:gdLst/>
            <a:ahLst/>
            <a:cxnLst/>
            <a:rect l="l" t="t" r="r" b="b"/>
            <a:pathLst>
              <a:path w="43179">
                <a:moveTo>
                  <a:pt x="43103" y="0"/>
                </a:moveTo>
                <a:lnTo>
                  <a:pt x="0" y="0"/>
                </a:lnTo>
              </a:path>
            </a:pathLst>
          </a:custGeom>
          <a:ln w="5566">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39" name="object 139">
            <a:extLst>
              <a:ext uri="{FF2B5EF4-FFF2-40B4-BE49-F238E27FC236}">
                <a16:creationId xmlns:a16="http://schemas.microsoft.com/office/drawing/2014/main" xmlns="" id="{730FD299-CB79-274C-8E35-3DBCD1C9F1F6}"/>
              </a:ext>
            </a:extLst>
          </p:cNvPr>
          <p:cNvSpPr/>
          <p:nvPr/>
        </p:nvSpPr>
        <p:spPr>
          <a:xfrm>
            <a:off x="4386263" y="4816475"/>
            <a:ext cx="38100" cy="3175"/>
          </a:xfrm>
          <a:custGeom>
            <a:avLst/>
            <a:gdLst/>
            <a:ahLst/>
            <a:cxnLst/>
            <a:rect l="l" t="t" r="r" b="b"/>
            <a:pathLst>
              <a:path w="43179" h="1904">
                <a:moveTo>
                  <a:pt x="-2783" y="695"/>
                </a:moveTo>
                <a:lnTo>
                  <a:pt x="45886" y="695"/>
                </a:lnTo>
              </a:path>
            </a:pathLst>
          </a:custGeom>
          <a:ln w="6957">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40" name="object 140">
            <a:extLst>
              <a:ext uri="{FF2B5EF4-FFF2-40B4-BE49-F238E27FC236}">
                <a16:creationId xmlns:a16="http://schemas.microsoft.com/office/drawing/2014/main" xmlns="" id="{AD0BB98B-6B5B-5E47-86DB-AA6644FB7626}"/>
              </a:ext>
            </a:extLst>
          </p:cNvPr>
          <p:cNvSpPr/>
          <p:nvPr/>
        </p:nvSpPr>
        <p:spPr>
          <a:xfrm>
            <a:off x="4346575" y="4816475"/>
            <a:ext cx="38100" cy="1588"/>
          </a:xfrm>
          <a:custGeom>
            <a:avLst/>
            <a:gdLst/>
            <a:ahLst/>
            <a:cxnLst/>
            <a:rect l="l" t="t" r="r" b="b"/>
            <a:pathLst>
              <a:path w="43179" h="1904">
                <a:moveTo>
                  <a:pt x="-2783" y="695"/>
                </a:moveTo>
                <a:lnTo>
                  <a:pt x="45886" y="695"/>
                </a:lnTo>
              </a:path>
            </a:pathLst>
          </a:custGeom>
          <a:ln w="6957">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41" name="object 141">
            <a:extLst>
              <a:ext uri="{FF2B5EF4-FFF2-40B4-BE49-F238E27FC236}">
                <a16:creationId xmlns:a16="http://schemas.microsoft.com/office/drawing/2014/main" xmlns="" id="{CC9BF7C5-EE8B-1340-A320-2EF01CD93A8E}"/>
              </a:ext>
            </a:extLst>
          </p:cNvPr>
          <p:cNvSpPr/>
          <p:nvPr/>
        </p:nvSpPr>
        <p:spPr>
          <a:xfrm>
            <a:off x="4308475" y="4811713"/>
            <a:ext cx="38100" cy="4762"/>
          </a:xfrm>
          <a:custGeom>
            <a:avLst/>
            <a:gdLst/>
            <a:ahLst/>
            <a:cxnLst/>
            <a:rect l="l" t="t" r="r" b="b"/>
            <a:pathLst>
              <a:path w="41910" h="4445">
                <a:moveTo>
                  <a:pt x="-2783" y="2087"/>
                </a:moveTo>
                <a:lnTo>
                  <a:pt x="44496" y="2087"/>
                </a:lnTo>
              </a:path>
            </a:pathLst>
          </a:custGeom>
          <a:ln w="9740">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42" name="object 142">
            <a:extLst>
              <a:ext uri="{FF2B5EF4-FFF2-40B4-BE49-F238E27FC236}">
                <a16:creationId xmlns:a16="http://schemas.microsoft.com/office/drawing/2014/main" xmlns="" id="{52CD1D0D-8F06-4647-8B7A-A4B0DA6C4535}"/>
              </a:ext>
            </a:extLst>
          </p:cNvPr>
          <p:cNvSpPr/>
          <p:nvPr/>
        </p:nvSpPr>
        <p:spPr>
          <a:xfrm>
            <a:off x="4271963" y="4810125"/>
            <a:ext cx="36512" cy="3175"/>
          </a:xfrm>
          <a:custGeom>
            <a:avLst/>
            <a:gdLst/>
            <a:ahLst/>
            <a:cxnLst/>
            <a:rect l="l" t="t" r="r" b="b"/>
            <a:pathLst>
              <a:path w="40639" h="3175">
                <a:moveTo>
                  <a:pt x="-2783" y="1391"/>
                </a:moveTo>
                <a:lnTo>
                  <a:pt x="43105" y="1391"/>
                </a:lnTo>
              </a:path>
            </a:pathLst>
          </a:custGeom>
          <a:ln w="8349">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43" name="object 143">
            <a:extLst>
              <a:ext uri="{FF2B5EF4-FFF2-40B4-BE49-F238E27FC236}">
                <a16:creationId xmlns:a16="http://schemas.microsoft.com/office/drawing/2014/main" xmlns="" id="{7F796FED-BE1E-284F-A3D3-B7639E7AB9E6}"/>
              </a:ext>
            </a:extLst>
          </p:cNvPr>
          <p:cNvSpPr/>
          <p:nvPr/>
        </p:nvSpPr>
        <p:spPr>
          <a:xfrm>
            <a:off x="4235450" y="4805363"/>
            <a:ext cx="34925" cy="4762"/>
          </a:xfrm>
          <a:custGeom>
            <a:avLst/>
            <a:gdLst/>
            <a:ahLst/>
            <a:cxnLst/>
            <a:rect l="l" t="t" r="r" b="b"/>
            <a:pathLst>
              <a:path w="40639" h="5714">
                <a:moveTo>
                  <a:pt x="40322" y="5566"/>
                </a:moveTo>
                <a:lnTo>
                  <a:pt x="0" y="0"/>
                </a:lnTo>
              </a:path>
            </a:pathLst>
          </a:custGeom>
          <a:ln w="5566">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44" name="object 144">
            <a:extLst>
              <a:ext uri="{FF2B5EF4-FFF2-40B4-BE49-F238E27FC236}">
                <a16:creationId xmlns:a16="http://schemas.microsoft.com/office/drawing/2014/main" xmlns="" id="{F540C1FD-0BA5-AA45-8567-59FFBB4A0DD7}"/>
              </a:ext>
            </a:extLst>
          </p:cNvPr>
          <p:cNvSpPr/>
          <p:nvPr/>
        </p:nvSpPr>
        <p:spPr>
          <a:xfrm>
            <a:off x="4200525" y="4800600"/>
            <a:ext cx="33338" cy="4763"/>
          </a:xfrm>
          <a:custGeom>
            <a:avLst/>
            <a:gdLst/>
            <a:ahLst/>
            <a:cxnLst/>
            <a:rect l="l" t="t" r="r" b="b"/>
            <a:pathLst>
              <a:path w="38100" h="5714">
                <a:moveTo>
                  <a:pt x="37541" y="5566"/>
                </a:moveTo>
                <a:lnTo>
                  <a:pt x="0" y="0"/>
                </a:lnTo>
              </a:path>
            </a:pathLst>
          </a:custGeom>
          <a:ln w="5566">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45" name="object 145">
            <a:extLst>
              <a:ext uri="{FF2B5EF4-FFF2-40B4-BE49-F238E27FC236}">
                <a16:creationId xmlns:a16="http://schemas.microsoft.com/office/drawing/2014/main" xmlns="" id="{D4B57CAC-CB2F-6C42-B3C4-DC7B3380D629}"/>
              </a:ext>
            </a:extLst>
          </p:cNvPr>
          <p:cNvSpPr/>
          <p:nvPr/>
        </p:nvSpPr>
        <p:spPr>
          <a:xfrm>
            <a:off x="4164013" y="4794250"/>
            <a:ext cx="36512" cy="6350"/>
          </a:xfrm>
          <a:custGeom>
            <a:avLst/>
            <a:gdLst/>
            <a:ahLst/>
            <a:cxnLst/>
            <a:rect l="l" t="t" r="r" b="b"/>
            <a:pathLst>
              <a:path w="40639" h="6985">
                <a:moveTo>
                  <a:pt x="40322" y="6957"/>
                </a:moveTo>
                <a:lnTo>
                  <a:pt x="0" y="0"/>
                </a:lnTo>
              </a:path>
            </a:pathLst>
          </a:custGeom>
          <a:ln w="5566">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46" name="object 146">
            <a:extLst>
              <a:ext uri="{FF2B5EF4-FFF2-40B4-BE49-F238E27FC236}">
                <a16:creationId xmlns:a16="http://schemas.microsoft.com/office/drawing/2014/main" xmlns="" id="{1471F7D2-4BD8-7346-8771-06C4329BFB4E}"/>
              </a:ext>
            </a:extLst>
          </p:cNvPr>
          <p:cNvSpPr/>
          <p:nvPr/>
        </p:nvSpPr>
        <p:spPr>
          <a:xfrm>
            <a:off x="4130675" y="4789488"/>
            <a:ext cx="31750" cy="4762"/>
          </a:xfrm>
          <a:custGeom>
            <a:avLst/>
            <a:gdLst/>
            <a:ahLst/>
            <a:cxnLst/>
            <a:rect l="l" t="t" r="r" b="b"/>
            <a:pathLst>
              <a:path w="36195" h="5714">
                <a:moveTo>
                  <a:pt x="36151" y="5566"/>
                </a:moveTo>
                <a:lnTo>
                  <a:pt x="0" y="0"/>
                </a:lnTo>
              </a:path>
            </a:pathLst>
          </a:custGeom>
          <a:ln w="5566">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47" name="object 147">
            <a:extLst>
              <a:ext uri="{FF2B5EF4-FFF2-40B4-BE49-F238E27FC236}">
                <a16:creationId xmlns:a16="http://schemas.microsoft.com/office/drawing/2014/main" xmlns="" id="{1BA23385-1913-764F-BE5E-006EE4167675}"/>
              </a:ext>
            </a:extLst>
          </p:cNvPr>
          <p:cNvSpPr/>
          <p:nvPr/>
        </p:nvSpPr>
        <p:spPr>
          <a:xfrm>
            <a:off x="4097338" y="4779963"/>
            <a:ext cx="31750" cy="9525"/>
          </a:xfrm>
          <a:custGeom>
            <a:avLst/>
            <a:gdLst/>
            <a:ahLst/>
            <a:cxnLst/>
            <a:rect l="l" t="t" r="r" b="b"/>
            <a:pathLst>
              <a:path w="36195" h="10160">
                <a:moveTo>
                  <a:pt x="36151" y="9740"/>
                </a:moveTo>
                <a:lnTo>
                  <a:pt x="0" y="0"/>
                </a:lnTo>
              </a:path>
            </a:pathLst>
          </a:custGeom>
          <a:ln w="556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48" name="object 148">
            <a:extLst>
              <a:ext uri="{FF2B5EF4-FFF2-40B4-BE49-F238E27FC236}">
                <a16:creationId xmlns:a16="http://schemas.microsoft.com/office/drawing/2014/main" xmlns="" id="{753CCB51-2A01-1540-AB52-F5057736C523}"/>
              </a:ext>
            </a:extLst>
          </p:cNvPr>
          <p:cNvSpPr/>
          <p:nvPr/>
        </p:nvSpPr>
        <p:spPr>
          <a:xfrm>
            <a:off x="4064000" y="4773613"/>
            <a:ext cx="33338" cy="7937"/>
          </a:xfrm>
          <a:custGeom>
            <a:avLst/>
            <a:gdLst/>
            <a:ahLst/>
            <a:cxnLst/>
            <a:rect l="l" t="t" r="r" b="b"/>
            <a:pathLst>
              <a:path w="36195" h="8889">
                <a:moveTo>
                  <a:pt x="36151" y="8349"/>
                </a:moveTo>
                <a:lnTo>
                  <a:pt x="0" y="0"/>
                </a:lnTo>
              </a:path>
            </a:pathLst>
          </a:custGeom>
          <a:ln w="556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49" name="object 149">
            <a:extLst>
              <a:ext uri="{FF2B5EF4-FFF2-40B4-BE49-F238E27FC236}">
                <a16:creationId xmlns:a16="http://schemas.microsoft.com/office/drawing/2014/main" xmlns="" id="{5573DEE7-E1FA-0F44-85FA-3708F07EB879}"/>
              </a:ext>
            </a:extLst>
          </p:cNvPr>
          <p:cNvSpPr/>
          <p:nvPr/>
        </p:nvSpPr>
        <p:spPr>
          <a:xfrm>
            <a:off x="4033838" y="4764088"/>
            <a:ext cx="30162" cy="9525"/>
          </a:xfrm>
          <a:custGeom>
            <a:avLst/>
            <a:gdLst/>
            <a:ahLst/>
            <a:cxnLst/>
            <a:rect l="l" t="t" r="r" b="b"/>
            <a:pathLst>
              <a:path w="33654" h="10160">
                <a:moveTo>
                  <a:pt x="33370" y="9740"/>
                </a:moveTo>
                <a:lnTo>
                  <a:pt x="0" y="0"/>
                </a:lnTo>
              </a:path>
            </a:pathLst>
          </a:custGeom>
          <a:ln w="556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50" name="object 150">
            <a:extLst>
              <a:ext uri="{FF2B5EF4-FFF2-40B4-BE49-F238E27FC236}">
                <a16:creationId xmlns:a16="http://schemas.microsoft.com/office/drawing/2014/main" xmlns="" id="{4C3F5381-82BB-1F4B-8501-26E66DDAED77}"/>
              </a:ext>
            </a:extLst>
          </p:cNvPr>
          <p:cNvSpPr/>
          <p:nvPr/>
        </p:nvSpPr>
        <p:spPr>
          <a:xfrm>
            <a:off x="4003675" y="4757738"/>
            <a:ext cx="30163" cy="7937"/>
          </a:xfrm>
          <a:custGeom>
            <a:avLst/>
            <a:gdLst/>
            <a:ahLst/>
            <a:cxnLst/>
            <a:rect l="l" t="t" r="r" b="b"/>
            <a:pathLst>
              <a:path w="33654" h="8889">
                <a:moveTo>
                  <a:pt x="33370" y="8349"/>
                </a:moveTo>
                <a:lnTo>
                  <a:pt x="0" y="0"/>
                </a:lnTo>
              </a:path>
            </a:pathLst>
          </a:custGeom>
          <a:ln w="556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51" name="object 151">
            <a:extLst>
              <a:ext uri="{FF2B5EF4-FFF2-40B4-BE49-F238E27FC236}">
                <a16:creationId xmlns:a16="http://schemas.microsoft.com/office/drawing/2014/main" xmlns="" id="{02C7857A-E844-6C43-8962-DA08E7C40253}"/>
              </a:ext>
            </a:extLst>
          </p:cNvPr>
          <p:cNvSpPr/>
          <p:nvPr/>
        </p:nvSpPr>
        <p:spPr>
          <a:xfrm>
            <a:off x="3975100" y="4746625"/>
            <a:ext cx="26988" cy="11113"/>
          </a:xfrm>
          <a:custGeom>
            <a:avLst/>
            <a:gdLst/>
            <a:ahLst/>
            <a:cxnLst/>
            <a:rect l="l" t="t" r="r" b="b"/>
            <a:pathLst>
              <a:path w="31114" h="12700">
                <a:moveTo>
                  <a:pt x="30589" y="12523"/>
                </a:moveTo>
                <a:lnTo>
                  <a:pt x="0" y="0"/>
                </a:lnTo>
              </a:path>
            </a:pathLst>
          </a:custGeom>
          <a:ln w="6956">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52" name="object 152">
            <a:extLst>
              <a:ext uri="{FF2B5EF4-FFF2-40B4-BE49-F238E27FC236}">
                <a16:creationId xmlns:a16="http://schemas.microsoft.com/office/drawing/2014/main" xmlns="" id="{E43C14E1-BAE4-4743-9901-26F110BCDC4A}"/>
              </a:ext>
            </a:extLst>
          </p:cNvPr>
          <p:cNvSpPr/>
          <p:nvPr/>
        </p:nvSpPr>
        <p:spPr>
          <a:xfrm>
            <a:off x="3946525" y="4737100"/>
            <a:ext cx="28575" cy="9525"/>
          </a:xfrm>
          <a:custGeom>
            <a:avLst/>
            <a:gdLst/>
            <a:ahLst/>
            <a:cxnLst/>
            <a:rect l="l" t="t" r="r" b="b"/>
            <a:pathLst>
              <a:path w="31114" h="10160">
                <a:moveTo>
                  <a:pt x="30589" y="9740"/>
                </a:moveTo>
                <a:lnTo>
                  <a:pt x="0" y="0"/>
                </a:lnTo>
              </a:path>
            </a:pathLst>
          </a:custGeom>
          <a:ln w="556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53" name="object 153">
            <a:extLst>
              <a:ext uri="{FF2B5EF4-FFF2-40B4-BE49-F238E27FC236}">
                <a16:creationId xmlns:a16="http://schemas.microsoft.com/office/drawing/2014/main" xmlns="" id="{194B5D62-BCA7-D342-A124-B277232B7F62}"/>
              </a:ext>
            </a:extLst>
          </p:cNvPr>
          <p:cNvSpPr/>
          <p:nvPr/>
        </p:nvSpPr>
        <p:spPr>
          <a:xfrm>
            <a:off x="3917950" y="4725988"/>
            <a:ext cx="28575" cy="11112"/>
          </a:xfrm>
          <a:custGeom>
            <a:avLst/>
            <a:gdLst/>
            <a:ahLst/>
            <a:cxnLst/>
            <a:rect l="l" t="t" r="r" b="b"/>
            <a:pathLst>
              <a:path w="31114" h="12700">
                <a:moveTo>
                  <a:pt x="30589" y="12523"/>
                </a:moveTo>
                <a:lnTo>
                  <a:pt x="0" y="0"/>
                </a:lnTo>
              </a:path>
            </a:pathLst>
          </a:custGeom>
          <a:ln w="6956">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54" name="object 154">
            <a:extLst>
              <a:ext uri="{FF2B5EF4-FFF2-40B4-BE49-F238E27FC236}">
                <a16:creationId xmlns:a16="http://schemas.microsoft.com/office/drawing/2014/main" xmlns="" id="{C3478770-0843-4D49-8042-A4CD4E26B072}"/>
              </a:ext>
            </a:extLst>
          </p:cNvPr>
          <p:cNvSpPr/>
          <p:nvPr/>
        </p:nvSpPr>
        <p:spPr>
          <a:xfrm>
            <a:off x="3892550" y="4713288"/>
            <a:ext cx="25400" cy="12700"/>
          </a:xfrm>
          <a:custGeom>
            <a:avLst/>
            <a:gdLst/>
            <a:ahLst/>
            <a:cxnLst/>
            <a:rect l="l" t="t" r="r" b="b"/>
            <a:pathLst>
              <a:path w="27939" h="13970">
                <a:moveTo>
                  <a:pt x="27808" y="13915"/>
                </a:moveTo>
                <a:lnTo>
                  <a:pt x="0" y="0"/>
                </a:lnTo>
              </a:path>
            </a:pathLst>
          </a:custGeom>
          <a:ln w="6956">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55" name="object 155">
            <a:extLst>
              <a:ext uri="{FF2B5EF4-FFF2-40B4-BE49-F238E27FC236}">
                <a16:creationId xmlns:a16="http://schemas.microsoft.com/office/drawing/2014/main" xmlns="" id="{161A2E7D-BCF6-664B-AAA4-A572336D4919}"/>
              </a:ext>
            </a:extLst>
          </p:cNvPr>
          <p:cNvSpPr/>
          <p:nvPr/>
        </p:nvSpPr>
        <p:spPr>
          <a:xfrm>
            <a:off x="3870325" y="4703763"/>
            <a:ext cx="22225" cy="11112"/>
          </a:xfrm>
          <a:custGeom>
            <a:avLst/>
            <a:gdLst/>
            <a:ahLst/>
            <a:cxnLst/>
            <a:rect l="l" t="t" r="r" b="b"/>
            <a:pathLst>
              <a:path w="25400" h="11429">
                <a:moveTo>
                  <a:pt x="25027" y="11132"/>
                </a:moveTo>
                <a:lnTo>
                  <a:pt x="0" y="0"/>
                </a:lnTo>
              </a:path>
            </a:pathLst>
          </a:custGeom>
          <a:ln w="6956">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56" name="object 156">
            <a:extLst>
              <a:ext uri="{FF2B5EF4-FFF2-40B4-BE49-F238E27FC236}">
                <a16:creationId xmlns:a16="http://schemas.microsoft.com/office/drawing/2014/main" xmlns="" id="{CC353DAD-2DC3-ED4E-B623-51A5B5353C71}"/>
              </a:ext>
            </a:extLst>
          </p:cNvPr>
          <p:cNvSpPr/>
          <p:nvPr/>
        </p:nvSpPr>
        <p:spPr>
          <a:xfrm>
            <a:off x="3846513" y="4692650"/>
            <a:ext cx="22225" cy="11113"/>
          </a:xfrm>
          <a:custGeom>
            <a:avLst/>
            <a:gdLst/>
            <a:ahLst/>
            <a:cxnLst/>
            <a:rect l="l" t="t" r="r" b="b"/>
            <a:pathLst>
              <a:path w="25400" h="12700">
                <a:moveTo>
                  <a:pt x="25027" y="12523"/>
                </a:moveTo>
                <a:lnTo>
                  <a:pt x="0" y="0"/>
                </a:lnTo>
              </a:path>
            </a:pathLst>
          </a:custGeom>
          <a:ln w="6956">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57" name="object 157">
            <a:extLst>
              <a:ext uri="{FF2B5EF4-FFF2-40B4-BE49-F238E27FC236}">
                <a16:creationId xmlns:a16="http://schemas.microsoft.com/office/drawing/2014/main" xmlns="" id="{1C60DE7D-C465-534C-90AF-F489B759CF7B}"/>
              </a:ext>
            </a:extLst>
          </p:cNvPr>
          <p:cNvSpPr/>
          <p:nvPr/>
        </p:nvSpPr>
        <p:spPr>
          <a:xfrm>
            <a:off x="3825875" y="4681538"/>
            <a:ext cx="19050" cy="11112"/>
          </a:xfrm>
          <a:custGeom>
            <a:avLst/>
            <a:gdLst/>
            <a:ahLst/>
            <a:cxnLst/>
            <a:rect l="l" t="t" r="r" b="b"/>
            <a:pathLst>
              <a:path w="22860" h="12700">
                <a:moveTo>
                  <a:pt x="22247" y="12523"/>
                </a:moveTo>
                <a:lnTo>
                  <a:pt x="0" y="0"/>
                </a:lnTo>
              </a:path>
            </a:pathLst>
          </a:custGeom>
          <a:ln w="6956">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58" name="object 158">
            <a:extLst>
              <a:ext uri="{FF2B5EF4-FFF2-40B4-BE49-F238E27FC236}">
                <a16:creationId xmlns:a16="http://schemas.microsoft.com/office/drawing/2014/main" xmlns="" id="{E66D7C52-F8E9-9447-8D7A-A77D740A1998}"/>
              </a:ext>
            </a:extLst>
          </p:cNvPr>
          <p:cNvSpPr/>
          <p:nvPr/>
        </p:nvSpPr>
        <p:spPr>
          <a:xfrm>
            <a:off x="3805238" y="4667250"/>
            <a:ext cx="19050" cy="12700"/>
          </a:xfrm>
          <a:custGeom>
            <a:avLst/>
            <a:gdLst/>
            <a:ahLst/>
            <a:cxnLst/>
            <a:rect l="l" t="t" r="r" b="b"/>
            <a:pathLst>
              <a:path w="20954" h="13970">
                <a:moveTo>
                  <a:pt x="20856" y="13915"/>
                </a:moveTo>
                <a:lnTo>
                  <a:pt x="0" y="0"/>
                </a:lnTo>
              </a:path>
            </a:pathLst>
          </a:custGeom>
          <a:ln w="695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59" name="object 159">
            <a:extLst>
              <a:ext uri="{FF2B5EF4-FFF2-40B4-BE49-F238E27FC236}">
                <a16:creationId xmlns:a16="http://schemas.microsoft.com/office/drawing/2014/main" xmlns="" id="{11D4FE0E-76A8-AA46-A1ED-E7D3BF7AFC7F}"/>
              </a:ext>
            </a:extLst>
          </p:cNvPr>
          <p:cNvSpPr/>
          <p:nvPr/>
        </p:nvSpPr>
        <p:spPr>
          <a:xfrm>
            <a:off x="3794125" y="4660900"/>
            <a:ext cx="11113" cy="4763"/>
          </a:xfrm>
          <a:custGeom>
            <a:avLst/>
            <a:gdLst/>
            <a:ahLst/>
            <a:cxnLst/>
            <a:rect l="l" t="t" r="r" b="b"/>
            <a:pathLst>
              <a:path w="11429" h="5714">
                <a:moveTo>
                  <a:pt x="11123" y="5566"/>
                </a:moveTo>
                <a:lnTo>
                  <a:pt x="0" y="0"/>
                </a:lnTo>
              </a:path>
            </a:pathLst>
          </a:custGeom>
          <a:ln w="6956">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60" name="object 160">
            <a:extLst>
              <a:ext uri="{FF2B5EF4-FFF2-40B4-BE49-F238E27FC236}">
                <a16:creationId xmlns:a16="http://schemas.microsoft.com/office/drawing/2014/main" xmlns="" id="{2BABA583-FBD4-7042-9714-74A3ECBCD644}"/>
              </a:ext>
            </a:extLst>
          </p:cNvPr>
          <p:cNvSpPr/>
          <p:nvPr/>
        </p:nvSpPr>
        <p:spPr>
          <a:xfrm>
            <a:off x="3786188" y="4654550"/>
            <a:ext cx="7937" cy="4763"/>
          </a:xfrm>
          <a:custGeom>
            <a:avLst/>
            <a:gdLst/>
            <a:ahLst/>
            <a:cxnLst/>
            <a:rect l="l" t="t" r="r" b="b"/>
            <a:pathLst>
              <a:path w="8889" h="6985">
                <a:moveTo>
                  <a:pt x="8342" y="6957"/>
                </a:moveTo>
                <a:lnTo>
                  <a:pt x="0" y="0"/>
                </a:lnTo>
              </a:path>
            </a:pathLst>
          </a:custGeom>
          <a:ln w="695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61" name="object 161">
            <a:extLst>
              <a:ext uri="{FF2B5EF4-FFF2-40B4-BE49-F238E27FC236}">
                <a16:creationId xmlns:a16="http://schemas.microsoft.com/office/drawing/2014/main" xmlns="" id="{09EAA361-4E0C-4649-9241-3193B69EBD20}"/>
              </a:ext>
            </a:extLst>
          </p:cNvPr>
          <p:cNvSpPr/>
          <p:nvPr/>
        </p:nvSpPr>
        <p:spPr>
          <a:xfrm>
            <a:off x="3778250" y="4648200"/>
            <a:ext cx="6350" cy="4763"/>
          </a:xfrm>
          <a:custGeom>
            <a:avLst/>
            <a:gdLst/>
            <a:ahLst/>
            <a:cxnLst/>
            <a:rect l="l" t="t" r="r" b="b"/>
            <a:pathLst>
              <a:path w="6985" h="5714">
                <a:moveTo>
                  <a:pt x="6952" y="5566"/>
                </a:moveTo>
                <a:lnTo>
                  <a:pt x="0" y="0"/>
                </a:lnTo>
              </a:path>
            </a:pathLst>
          </a:custGeom>
          <a:ln w="695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62" name="object 162">
            <a:extLst>
              <a:ext uri="{FF2B5EF4-FFF2-40B4-BE49-F238E27FC236}">
                <a16:creationId xmlns:a16="http://schemas.microsoft.com/office/drawing/2014/main" xmlns="" id="{02B2EBD3-52EB-A848-896D-F95BC67316F6}"/>
              </a:ext>
            </a:extLst>
          </p:cNvPr>
          <p:cNvSpPr/>
          <p:nvPr/>
        </p:nvSpPr>
        <p:spPr>
          <a:xfrm>
            <a:off x="3768725" y="4640263"/>
            <a:ext cx="9525" cy="6350"/>
          </a:xfrm>
          <a:custGeom>
            <a:avLst/>
            <a:gdLst/>
            <a:ahLst/>
            <a:cxnLst/>
            <a:rect l="l" t="t" r="r" b="b"/>
            <a:pathLst>
              <a:path w="10160" h="6985">
                <a:moveTo>
                  <a:pt x="9733" y="6957"/>
                </a:moveTo>
                <a:lnTo>
                  <a:pt x="0" y="0"/>
                </a:lnTo>
              </a:path>
            </a:pathLst>
          </a:custGeom>
          <a:ln w="695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63" name="object 163">
            <a:extLst>
              <a:ext uri="{FF2B5EF4-FFF2-40B4-BE49-F238E27FC236}">
                <a16:creationId xmlns:a16="http://schemas.microsoft.com/office/drawing/2014/main" xmlns="" id="{0A6CE88E-8AC0-BF46-8AED-E76225679BE9}"/>
              </a:ext>
            </a:extLst>
          </p:cNvPr>
          <p:cNvSpPr/>
          <p:nvPr/>
        </p:nvSpPr>
        <p:spPr>
          <a:xfrm>
            <a:off x="3762375" y="4633913"/>
            <a:ext cx="4763" cy="4762"/>
          </a:xfrm>
          <a:custGeom>
            <a:avLst/>
            <a:gdLst/>
            <a:ahLst/>
            <a:cxnLst/>
            <a:rect l="l" t="t" r="r" b="b"/>
            <a:pathLst>
              <a:path w="6985" h="5714">
                <a:moveTo>
                  <a:pt x="6952" y="5566"/>
                </a:moveTo>
                <a:lnTo>
                  <a:pt x="0" y="0"/>
                </a:lnTo>
              </a:path>
            </a:pathLst>
          </a:custGeom>
          <a:ln w="695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64" name="object 164">
            <a:extLst>
              <a:ext uri="{FF2B5EF4-FFF2-40B4-BE49-F238E27FC236}">
                <a16:creationId xmlns:a16="http://schemas.microsoft.com/office/drawing/2014/main" xmlns="" id="{E9E88E5E-5B36-EE4C-AF3E-2AB72FD18D46}"/>
              </a:ext>
            </a:extLst>
          </p:cNvPr>
          <p:cNvSpPr/>
          <p:nvPr/>
        </p:nvSpPr>
        <p:spPr>
          <a:xfrm>
            <a:off x="3754438" y="4625975"/>
            <a:ext cx="6350" cy="7938"/>
          </a:xfrm>
          <a:custGeom>
            <a:avLst/>
            <a:gdLst/>
            <a:ahLst/>
            <a:cxnLst/>
            <a:rect l="l" t="t" r="r" b="b"/>
            <a:pathLst>
              <a:path w="6985" h="8889">
                <a:moveTo>
                  <a:pt x="6952" y="8349"/>
                </a:moveTo>
                <a:lnTo>
                  <a:pt x="0" y="0"/>
                </a:lnTo>
              </a:path>
            </a:pathLst>
          </a:custGeom>
          <a:ln w="6954">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65" name="object 165">
            <a:extLst>
              <a:ext uri="{FF2B5EF4-FFF2-40B4-BE49-F238E27FC236}">
                <a16:creationId xmlns:a16="http://schemas.microsoft.com/office/drawing/2014/main" xmlns="" id="{0D58E5EF-44AA-5542-A99C-D90C5C51762B}"/>
              </a:ext>
            </a:extLst>
          </p:cNvPr>
          <p:cNvSpPr/>
          <p:nvPr/>
        </p:nvSpPr>
        <p:spPr>
          <a:xfrm>
            <a:off x="3746500" y="4618038"/>
            <a:ext cx="6350" cy="6350"/>
          </a:xfrm>
          <a:custGeom>
            <a:avLst/>
            <a:gdLst/>
            <a:ahLst/>
            <a:cxnLst/>
            <a:rect l="l" t="t" r="r" b="b"/>
            <a:pathLst>
              <a:path w="6985" h="6985">
                <a:moveTo>
                  <a:pt x="6952" y="6957"/>
                </a:moveTo>
                <a:lnTo>
                  <a:pt x="0" y="0"/>
                </a:lnTo>
              </a:path>
            </a:pathLst>
          </a:custGeom>
          <a:ln w="6954">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66" name="object 166">
            <a:extLst>
              <a:ext uri="{FF2B5EF4-FFF2-40B4-BE49-F238E27FC236}">
                <a16:creationId xmlns:a16="http://schemas.microsoft.com/office/drawing/2014/main" xmlns="" id="{90962026-73E7-B840-AEE3-0FAFF4D75C8F}"/>
              </a:ext>
            </a:extLst>
          </p:cNvPr>
          <p:cNvSpPr/>
          <p:nvPr/>
        </p:nvSpPr>
        <p:spPr>
          <a:xfrm>
            <a:off x="3740150" y="4611688"/>
            <a:ext cx="6350" cy="4762"/>
          </a:xfrm>
          <a:custGeom>
            <a:avLst/>
            <a:gdLst/>
            <a:ahLst/>
            <a:cxnLst/>
            <a:rect l="l" t="t" r="r" b="b"/>
            <a:pathLst>
              <a:path w="5714" h="6985">
                <a:moveTo>
                  <a:pt x="5561" y="6957"/>
                </a:moveTo>
                <a:lnTo>
                  <a:pt x="0" y="0"/>
                </a:lnTo>
              </a:path>
            </a:pathLst>
          </a:custGeom>
          <a:ln w="6954">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67" name="object 167">
            <a:extLst>
              <a:ext uri="{FF2B5EF4-FFF2-40B4-BE49-F238E27FC236}">
                <a16:creationId xmlns:a16="http://schemas.microsoft.com/office/drawing/2014/main" xmlns="" id="{9FC0C27F-72AD-AF42-9CC5-CA90895878AE}"/>
              </a:ext>
            </a:extLst>
          </p:cNvPr>
          <p:cNvSpPr/>
          <p:nvPr/>
        </p:nvSpPr>
        <p:spPr>
          <a:xfrm>
            <a:off x="3735388" y="4605338"/>
            <a:ext cx="4762" cy="4762"/>
          </a:xfrm>
          <a:custGeom>
            <a:avLst/>
            <a:gdLst/>
            <a:ahLst/>
            <a:cxnLst/>
            <a:rect l="l" t="t" r="r" b="b"/>
            <a:pathLst>
              <a:path w="5714" h="5714">
                <a:moveTo>
                  <a:pt x="5561" y="5566"/>
                </a:moveTo>
                <a:lnTo>
                  <a:pt x="0" y="0"/>
                </a:lnTo>
              </a:path>
            </a:pathLst>
          </a:custGeom>
          <a:ln w="6954">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68" name="object 168">
            <a:extLst>
              <a:ext uri="{FF2B5EF4-FFF2-40B4-BE49-F238E27FC236}">
                <a16:creationId xmlns:a16="http://schemas.microsoft.com/office/drawing/2014/main" xmlns="" id="{02F83AAF-07D3-0F40-95AA-4218699A4089}"/>
              </a:ext>
            </a:extLst>
          </p:cNvPr>
          <p:cNvSpPr/>
          <p:nvPr/>
        </p:nvSpPr>
        <p:spPr>
          <a:xfrm>
            <a:off x="3729038" y="4597400"/>
            <a:ext cx="4762" cy="6350"/>
          </a:xfrm>
          <a:custGeom>
            <a:avLst/>
            <a:gdLst/>
            <a:ahLst/>
            <a:cxnLst/>
            <a:rect l="l" t="t" r="r" b="b"/>
            <a:pathLst>
              <a:path w="5714" h="6985">
                <a:moveTo>
                  <a:pt x="5561" y="6957"/>
                </a:moveTo>
                <a:lnTo>
                  <a:pt x="0" y="0"/>
                </a:lnTo>
              </a:path>
            </a:pathLst>
          </a:custGeom>
          <a:ln w="6954">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69" name="object 169">
            <a:extLst>
              <a:ext uri="{FF2B5EF4-FFF2-40B4-BE49-F238E27FC236}">
                <a16:creationId xmlns:a16="http://schemas.microsoft.com/office/drawing/2014/main" xmlns="" id="{1B3E0E0D-AD2E-9243-83A1-C86E81A5DF8D}"/>
              </a:ext>
            </a:extLst>
          </p:cNvPr>
          <p:cNvSpPr/>
          <p:nvPr/>
        </p:nvSpPr>
        <p:spPr>
          <a:xfrm>
            <a:off x="3722688" y="4589463"/>
            <a:ext cx="4762" cy="6350"/>
          </a:xfrm>
          <a:custGeom>
            <a:avLst/>
            <a:gdLst/>
            <a:ahLst/>
            <a:cxnLst/>
            <a:rect l="l" t="t" r="r" b="b"/>
            <a:pathLst>
              <a:path w="5714" h="6985">
                <a:moveTo>
                  <a:pt x="5561" y="6957"/>
                </a:moveTo>
                <a:lnTo>
                  <a:pt x="0" y="0"/>
                </a:lnTo>
              </a:path>
            </a:pathLst>
          </a:custGeom>
          <a:ln w="6954">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70" name="object 170">
            <a:extLst>
              <a:ext uri="{FF2B5EF4-FFF2-40B4-BE49-F238E27FC236}">
                <a16:creationId xmlns:a16="http://schemas.microsoft.com/office/drawing/2014/main" xmlns="" id="{4F523527-8206-484D-B726-10E2D891B038}"/>
              </a:ext>
            </a:extLst>
          </p:cNvPr>
          <p:cNvSpPr/>
          <p:nvPr/>
        </p:nvSpPr>
        <p:spPr>
          <a:xfrm>
            <a:off x="3717925" y="4583113"/>
            <a:ext cx="3175" cy="6350"/>
          </a:xfrm>
          <a:custGeom>
            <a:avLst/>
            <a:gdLst/>
            <a:ahLst/>
            <a:cxnLst/>
            <a:rect l="l" t="t" r="r" b="b"/>
            <a:pathLst>
              <a:path w="4445" h="6985">
                <a:moveTo>
                  <a:pt x="4171" y="6957"/>
                </a:moveTo>
                <a:lnTo>
                  <a:pt x="0" y="0"/>
                </a:lnTo>
              </a:path>
            </a:pathLst>
          </a:custGeom>
          <a:ln w="6953">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71" name="object 171">
            <a:extLst>
              <a:ext uri="{FF2B5EF4-FFF2-40B4-BE49-F238E27FC236}">
                <a16:creationId xmlns:a16="http://schemas.microsoft.com/office/drawing/2014/main" xmlns="" id="{BF2010DA-70FA-1A4A-BBC3-7C83DF2FE2CC}"/>
              </a:ext>
            </a:extLst>
          </p:cNvPr>
          <p:cNvSpPr/>
          <p:nvPr/>
        </p:nvSpPr>
        <p:spPr>
          <a:xfrm>
            <a:off x="3713163" y="4575175"/>
            <a:ext cx="3175" cy="6350"/>
          </a:xfrm>
          <a:custGeom>
            <a:avLst/>
            <a:gdLst/>
            <a:ahLst/>
            <a:cxnLst/>
            <a:rect l="l" t="t" r="r" b="b"/>
            <a:pathLst>
              <a:path w="4445" h="6985">
                <a:moveTo>
                  <a:pt x="4171" y="6957"/>
                </a:moveTo>
                <a:lnTo>
                  <a:pt x="0" y="0"/>
                </a:lnTo>
              </a:path>
            </a:pathLst>
          </a:custGeom>
          <a:ln w="6953">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72" name="object 172">
            <a:extLst>
              <a:ext uri="{FF2B5EF4-FFF2-40B4-BE49-F238E27FC236}">
                <a16:creationId xmlns:a16="http://schemas.microsoft.com/office/drawing/2014/main" xmlns="" id="{EF94F50D-5735-9C4D-8B13-E911E8552536}"/>
              </a:ext>
            </a:extLst>
          </p:cNvPr>
          <p:cNvSpPr/>
          <p:nvPr/>
        </p:nvSpPr>
        <p:spPr>
          <a:xfrm>
            <a:off x="3708400" y="4567238"/>
            <a:ext cx="4763" cy="7937"/>
          </a:xfrm>
          <a:custGeom>
            <a:avLst/>
            <a:gdLst/>
            <a:ahLst/>
            <a:cxnLst/>
            <a:rect l="l" t="t" r="r" b="b"/>
            <a:pathLst>
              <a:path w="4445" h="8889">
                <a:moveTo>
                  <a:pt x="4171" y="8349"/>
                </a:moveTo>
                <a:lnTo>
                  <a:pt x="0" y="0"/>
                </a:lnTo>
              </a:path>
            </a:pathLst>
          </a:custGeom>
          <a:ln w="6953">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73" name="object 173">
            <a:extLst>
              <a:ext uri="{FF2B5EF4-FFF2-40B4-BE49-F238E27FC236}">
                <a16:creationId xmlns:a16="http://schemas.microsoft.com/office/drawing/2014/main" xmlns="" id="{0DC43E9B-28E1-B84A-8814-7AE6B39B113B}"/>
              </a:ext>
            </a:extLst>
          </p:cNvPr>
          <p:cNvSpPr/>
          <p:nvPr/>
        </p:nvSpPr>
        <p:spPr>
          <a:xfrm>
            <a:off x="3705225" y="4557713"/>
            <a:ext cx="3175" cy="7937"/>
          </a:xfrm>
          <a:custGeom>
            <a:avLst/>
            <a:gdLst/>
            <a:ahLst/>
            <a:cxnLst/>
            <a:rect l="l" t="t" r="r" b="b"/>
            <a:pathLst>
              <a:path w="3175" h="8889">
                <a:moveTo>
                  <a:pt x="2780" y="8349"/>
                </a:moveTo>
                <a:lnTo>
                  <a:pt x="0" y="0"/>
                </a:lnTo>
              </a:path>
            </a:pathLst>
          </a:custGeom>
          <a:ln w="5562">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74" name="object 174">
            <a:extLst>
              <a:ext uri="{FF2B5EF4-FFF2-40B4-BE49-F238E27FC236}">
                <a16:creationId xmlns:a16="http://schemas.microsoft.com/office/drawing/2014/main" xmlns="" id="{54D30838-DE98-AD4A-820E-44F78396B345}"/>
              </a:ext>
            </a:extLst>
          </p:cNvPr>
          <p:cNvSpPr/>
          <p:nvPr/>
        </p:nvSpPr>
        <p:spPr>
          <a:xfrm>
            <a:off x="3702050" y="4551363"/>
            <a:ext cx="3175" cy="6350"/>
          </a:xfrm>
          <a:custGeom>
            <a:avLst/>
            <a:gdLst/>
            <a:ahLst/>
            <a:cxnLst/>
            <a:rect l="l" t="t" r="r" b="b"/>
            <a:pathLst>
              <a:path w="4445" h="6985">
                <a:moveTo>
                  <a:pt x="4171" y="6957"/>
                </a:moveTo>
                <a:lnTo>
                  <a:pt x="0" y="0"/>
                </a:lnTo>
              </a:path>
            </a:pathLst>
          </a:custGeom>
          <a:ln w="6953">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75" name="object 175">
            <a:extLst>
              <a:ext uri="{FF2B5EF4-FFF2-40B4-BE49-F238E27FC236}">
                <a16:creationId xmlns:a16="http://schemas.microsoft.com/office/drawing/2014/main" xmlns="" id="{3070408F-BAE8-C24D-9279-99A0659B1533}"/>
              </a:ext>
            </a:extLst>
          </p:cNvPr>
          <p:cNvSpPr/>
          <p:nvPr/>
        </p:nvSpPr>
        <p:spPr>
          <a:xfrm>
            <a:off x="3698875" y="4543425"/>
            <a:ext cx="3175" cy="6350"/>
          </a:xfrm>
          <a:custGeom>
            <a:avLst/>
            <a:gdLst/>
            <a:ahLst/>
            <a:cxnLst/>
            <a:rect l="l" t="t" r="r" b="b"/>
            <a:pathLst>
              <a:path w="3175" h="6985">
                <a:moveTo>
                  <a:pt x="2780" y="6957"/>
                </a:moveTo>
                <a:lnTo>
                  <a:pt x="0" y="0"/>
                </a:lnTo>
              </a:path>
            </a:pathLst>
          </a:custGeom>
          <a:ln w="6952">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76" name="object 176">
            <a:extLst>
              <a:ext uri="{FF2B5EF4-FFF2-40B4-BE49-F238E27FC236}">
                <a16:creationId xmlns:a16="http://schemas.microsoft.com/office/drawing/2014/main" xmlns="" id="{D29A9A88-BFD9-BB42-B385-8883F0FF86F7}"/>
              </a:ext>
            </a:extLst>
          </p:cNvPr>
          <p:cNvSpPr/>
          <p:nvPr/>
        </p:nvSpPr>
        <p:spPr>
          <a:xfrm>
            <a:off x="3697288" y="4535488"/>
            <a:ext cx="1587" cy="7937"/>
          </a:xfrm>
          <a:custGeom>
            <a:avLst/>
            <a:gdLst/>
            <a:ahLst/>
            <a:cxnLst/>
            <a:rect l="l" t="t" r="r" b="b"/>
            <a:pathLst>
              <a:path w="3175" h="8889">
                <a:moveTo>
                  <a:pt x="2780" y="8349"/>
                </a:moveTo>
                <a:lnTo>
                  <a:pt x="0" y="0"/>
                </a:lnTo>
              </a:path>
            </a:pathLst>
          </a:custGeom>
          <a:ln w="5562">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77" name="object 177">
            <a:extLst>
              <a:ext uri="{FF2B5EF4-FFF2-40B4-BE49-F238E27FC236}">
                <a16:creationId xmlns:a16="http://schemas.microsoft.com/office/drawing/2014/main" xmlns="" id="{C9477372-E8B5-DA46-88B1-57F1452D93EF}"/>
              </a:ext>
            </a:extLst>
          </p:cNvPr>
          <p:cNvSpPr/>
          <p:nvPr/>
        </p:nvSpPr>
        <p:spPr>
          <a:xfrm>
            <a:off x="3694113" y="4525963"/>
            <a:ext cx="3175" cy="7937"/>
          </a:xfrm>
          <a:custGeom>
            <a:avLst/>
            <a:gdLst/>
            <a:ahLst/>
            <a:cxnLst/>
            <a:rect l="l" t="t" r="r" b="b"/>
            <a:pathLst>
              <a:path w="3175" h="8889">
                <a:moveTo>
                  <a:pt x="2780" y="8349"/>
                </a:moveTo>
                <a:lnTo>
                  <a:pt x="0" y="0"/>
                </a:lnTo>
              </a:path>
            </a:pathLst>
          </a:custGeom>
          <a:ln w="5562">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78" name="object 178">
            <a:extLst>
              <a:ext uri="{FF2B5EF4-FFF2-40B4-BE49-F238E27FC236}">
                <a16:creationId xmlns:a16="http://schemas.microsoft.com/office/drawing/2014/main" xmlns="" id="{09D1E0F6-3752-6245-8E3A-42623D49EA27}"/>
              </a:ext>
            </a:extLst>
          </p:cNvPr>
          <p:cNvSpPr/>
          <p:nvPr/>
        </p:nvSpPr>
        <p:spPr>
          <a:xfrm>
            <a:off x="3692525" y="4511675"/>
            <a:ext cx="1588" cy="6350"/>
          </a:xfrm>
          <a:custGeom>
            <a:avLst/>
            <a:gdLst/>
            <a:ahLst/>
            <a:cxnLst/>
            <a:rect l="l" t="t" r="r" b="b"/>
            <a:pathLst>
              <a:path w="1904" h="6985">
                <a:moveTo>
                  <a:pt x="1390" y="6957"/>
                </a:moveTo>
                <a:lnTo>
                  <a:pt x="0" y="0"/>
                </a:lnTo>
              </a:path>
            </a:pathLst>
          </a:custGeom>
          <a:ln w="5561">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79" name="object 179">
            <a:extLst>
              <a:ext uri="{FF2B5EF4-FFF2-40B4-BE49-F238E27FC236}">
                <a16:creationId xmlns:a16="http://schemas.microsoft.com/office/drawing/2014/main" xmlns="" id="{DA22536F-0752-F14B-B493-026CF6A4A18E}"/>
              </a:ext>
            </a:extLst>
          </p:cNvPr>
          <p:cNvSpPr/>
          <p:nvPr/>
        </p:nvSpPr>
        <p:spPr>
          <a:xfrm>
            <a:off x="4335463" y="4530725"/>
            <a:ext cx="30162" cy="30163"/>
          </a:xfrm>
          <a:custGeom>
            <a:avLst/>
            <a:gdLst/>
            <a:ahLst/>
            <a:cxnLst/>
            <a:rect l="l" t="t" r="r" b="b"/>
            <a:pathLst>
              <a:path w="34289" h="33654">
                <a:moveTo>
                  <a:pt x="0" y="33206"/>
                </a:moveTo>
                <a:lnTo>
                  <a:pt x="33737" y="33206"/>
                </a:lnTo>
                <a:lnTo>
                  <a:pt x="33737" y="0"/>
                </a:lnTo>
                <a:lnTo>
                  <a:pt x="0" y="0"/>
                </a:lnTo>
                <a:lnTo>
                  <a:pt x="0" y="33206"/>
                </a:lnTo>
                <a:close/>
              </a:path>
            </a:pathLst>
          </a:custGeom>
          <a:solidFill>
            <a:srgbClr val="000000"/>
          </a:solidFill>
        </p:spPr>
        <p:txBody>
          <a:bodyPr lIns="0" tIns="0" rIns="0" bIns="0"/>
          <a:lstStyle/>
          <a:p>
            <a:pPr eaLnBrk="1" fontAlgn="auto" hangingPunct="1">
              <a:spcBef>
                <a:spcPts val="0"/>
              </a:spcBef>
              <a:spcAft>
                <a:spcPts val="0"/>
              </a:spcAft>
              <a:defRPr/>
            </a:pPr>
            <a:endParaRPr sz="1412">
              <a:latin typeface="+mn-lt"/>
            </a:endParaRPr>
          </a:p>
        </p:txBody>
      </p:sp>
      <p:sp>
        <p:nvSpPr>
          <p:cNvPr id="180" name="object 180">
            <a:extLst>
              <a:ext uri="{FF2B5EF4-FFF2-40B4-BE49-F238E27FC236}">
                <a16:creationId xmlns:a16="http://schemas.microsoft.com/office/drawing/2014/main" xmlns="" id="{B822B960-777D-3549-B27F-A217A868EB6C}"/>
              </a:ext>
            </a:extLst>
          </p:cNvPr>
          <p:cNvSpPr/>
          <p:nvPr/>
        </p:nvSpPr>
        <p:spPr>
          <a:xfrm>
            <a:off x="4435475" y="4560888"/>
            <a:ext cx="0" cy="0"/>
          </a:xfrm>
          <a:custGeom>
            <a:avLst/>
            <a:gdLst/>
            <a:ahLst/>
            <a:cxnLst/>
            <a:rect l="l" t="t" r="r" b="b"/>
            <a:pathLst>
              <a:path>
                <a:moveTo>
                  <a:pt x="0" y="0"/>
                </a:moveTo>
              </a:path>
            </a:pathLst>
          </a:custGeom>
          <a:solidFill>
            <a:srgbClr val="000000"/>
          </a:solidFill>
        </p:spPr>
        <p:txBody>
          <a:bodyPr lIns="0" tIns="0" rIns="0" bIns="0"/>
          <a:lstStyle/>
          <a:p>
            <a:pPr eaLnBrk="1" fontAlgn="auto" hangingPunct="1">
              <a:spcBef>
                <a:spcPts val="0"/>
              </a:spcBef>
              <a:spcAft>
                <a:spcPts val="0"/>
              </a:spcAft>
              <a:defRPr/>
            </a:pPr>
            <a:endParaRPr sz="1412">
              <a:latin typeface="+mn-lt"/>
            </a:endParaRPr>
          </a:p>
        </p:txBody>
      </p:sp>
      <p:sp>
        <p:nvSpPr>
          <p:cNvPr id="181" name="object 181">
            <a:extLst>
              <a:ext uri="{FF2B5EF4-FFF2-40B4-BE49-F238E27FC236}">
                <a16:creationId xmlns:a16="http://schemas.microsoft.com/office/drawing/2014/main" xmlns="" id="{4C03B6D5-FEBC-4E41-B3A0-403DC23E4E14}"/>
              </a:ext>
            </a:extLst>
          </p:cNvPr>
          <p:cNvSpPr/>
          <p:nvPr/>
        </p:nvSpPr>
        <p:spPr>
          <a:xfrm>
            <a:off x="4446588" y="4530725"/>
            <a:ext cx="30162" cy="30163"/>
          </a:xfrm>
          <a:custGeom>
            <a:avLst/>
            <a:gdLst/>
            <a:ahLst/>
            <a:cxnLst/>
            <a:rect l="l" t="t" r="r" b="b"/>
            <a:pathLst>
              <a:path w="34289" h="33654">
                <a:moveTo>
                  <a:pt x="0" y="33206"/>
                </a:moveTo>
                <a:lnTo>
                  <a:pt x="33737" y="33206"/>
                </a:lnTo>
                <a:lnTo>
                  <a:pt x="33737" y="0"/>
                </a:lnTo>
                <a:lnTo>
                  <a:pt x="0" y="0"/>
                </a:lnTo>
                <a:lnTo>
                  <a:pt x="0" y="33206"/>
                </a:lnTo>
                <a:close/>
              </a:path>
            </a:pathLst>
          </a:custGeom>
          <a:solidFill>
            <a:srgbClr val="000000"/>
          </a:solidFill>
        </p:spPr>
        <p:txBody>
          <a:bodyPr lIns="0" tIns="0" rIns="0" bIns="0"/>
          <a:lstStyle/>
          <a:p>
            <a:pPr eaLnBrk="1" fontAlgn="auto" hangingPunct="1">
              <a:spcBef>
                <a:spcPts val="0"/>
              </a:spcBef>
              <a:spcAft>
                <a:spcPts val="0"/>
              </a:spcAft>
              <a:defRPr/>
            </a:pPr>
            <a:endParaRPr sz="1412">
              <a:latin typeface="+mn-lt"/>
            </a:endParaRPr>
          </a:p>
        </p:txBody>
      </p:sp>
      <p:sp>
        <p:nvSpPr>
          <p:cNvPr id="182" name="object 182">
            <a:extLst>
              <a:ext uri="{FF2B5EF4-FFF2-40B4-BE49-F238E27FC236}">
                <a16:creationId xmlns:a16="http://schemas.microsoft.com/office/drawing/2014/main" xmlns="" id="{014425F4-7D14-D742-8FE0-8A2D1E3FAABD}"/>
              </a:ext>
            </a:extLst>
          </p:cNvPr>
          <p:cNvSpPr/>
          <p:nvPr/>
        </p:nvSpPr>
        <p:spPr>
          <a:xfrm>
            <a:off x="4546600" y="4560888"/>
            <a:ext cx="0" cy="0"/>
          </a:xfrm>
          <a:custGeom>
            <a:avLst/>
            <a:gdLst/>
            <a:ahLst/>
            <a:cxnLst/>
            <a:rect l="l" t="t" r="r" b="b"/>
            <a:pathLst>
              <a:path>
                <a:moveTo>
                  <a:pt x="0" y="0"/>
                </a:moveTo>
              </a:path>
            </a:pathLst>
          </a:custGeom>
          <a:solidFill>
            <a:srgbClr val="000000"/>
          </a:solidFill>
        </p:spPr>
        <p:txBody>
          <a:bodyPr lIns="0" tIns="0" rIns="0" bIns="0"/>
          <a:lstStyle/>
          <a:p>
            <a:pPr eaLnBrk="1" fontAlgn="auto" hangingPunct="1">
              <a:spcBef>
                <a:spcPts val="0"/>
              </a:spcBef>
              <a:spcAft>
                <a:spcPts val="0"/>
              </a:spcAft>
              <a:defRPr/>
            </a:pPr>
            <a:endParaRPr sz="1412">
              <a:latin typeface="+mn-lt"/>
            </a:endParaRPr>
          </a:p>
        </p:txBody>
      </p:sp>
      <p:sp>
        <p:nvSpPr>
          <p:cNvPr id="183" name="object 183">
            <a:extLst>
              <a:ext uri="{FF2B5EF4-FFF2-40B4-BE49-F238E27FC236}">
                <a16:creationId xmlns:a16="http://schemas.microsoft.com/office/drawing/2014/main" xmlns="" id="{EB545475-59DD-B349-B42E-A11529E838E5}"/>
              </a:ext>
            </a:extLst>
          </p:cNvPr>
          <p:cNvSpPr/>
          <p:nvPr/>
        </p:nvSpPr>
        <p:spPr>
          <a:xfrm>
            <a:off x="4559300" y="4530725"/>
            <a:ext cx="30163" cy="30163"/>
          </a:xfrm>
          <a:custGeom>
            <a:avLst/>
            <a:gdLst/>
            <a:ahLst/>
            <a:cxnLst/>
            <a:rect l="l" t="t" r="r" b="b"/>
            <a:pathLst>
              <a:path w="34289" h="33654">
                <a:moveTo>
                  <a:pt x="0" y="33206"/>
                </a:moveTo>
                <a:lnTo>
                  <a:pt x="33737" y="33206"/>
                </a:lnTo>
                <a:lnTo>
                  <a:pt x="33737" y="0"/>
                </a:lnTo>
                <a:lnTo>
                  <a:pt x="0" y="0"/>
                </a:lnTo>
                <a:lnTo>
                  <a:pt x="0" y="33206"/>
                </a:lnTo>
                <a:close/>
              </a:path>
            </a:pathLst>
          </a:custGeom>
          <a:solidFill>
            <a:srgbClr val="000000"/>
          </a:solidFill>
        </p:spPr>
        <p:txBody>
          <a:bodyPr lIns="0" tIns="0" rIns="0" bIns="0"/>
          <a:lstStyle/>
          <a:p>
            <a:pPr eaLnBrk="1" fontAlgn="auto" hangingPunct="1">
              <a:spcBef>
                <a:spcPts val="0"/>
              </a:spcBef>
              <a:spcAft>
                <a:spcPts val="0"/>
              </a:spcAft>
              <a:defRPr/>
            </a:pPr>
            <a:endParaRPr sz="1412">
              <a:latin typeface="+mn-lt"/>
            </a:endParaRPr>
          </a:p>
        </p:txBody>
      </p:sp>
      <p:sp>
        <p:nvSpPr>
          <p:cNvPr id="184" name="object 184">
            <a:extLst>
              <a:ext uri="{FF2B5EF4-FFF2-40B4-BE49-F238E27FC236}">
                <a16:creationId xmlns:a16="http://schemas.microsoft.com/office/drawing/2014/main" xmlns="" id="{D33135C6-279C-B24F-85C0-3703E9E9514B}"/>
              </a:ext>
            </a:extLst>
          </p:cNvPr>
          <p:cNvSpPr/>
          <p:nvPr/>
        </p:nvSpPr>
        <p:spPr>
          <a:xfrm>
            <a:off x="1614488" y="4167188"/>
            <a:ext cx="358775" cy="122237"/>
          </a:xfrm>
          <a:prstGeom prst="rect">
            <a:avLst/>
          </a:prstGeom>
          <a:blipFill>
            <a:blip r:embed="rId7" cstate="print"/>
            <a:stretch>
              <a:fillRect/>
            </a:stretch>
          </a:blipFill>
        </p:spPr>
        <p:txBody>
          <a:bodyPr lIns="0" tIns="0" rIns="0" bIns="0"/>
          <a:lstStyle/>
          <a:p>
            <a:pPr eaLnBrk="1" fontAlgn="auto" hangingPunct="1">
              <a:spcBef>
                <a:spcPts val="0"/>
              </a:spcBef>
              <a:spcAft>
                <a:spcPts val="0"/>
              </a:spcAft>
              <a:defRPr/>
            </a:pPr>
            <a:endParaRPr sz="1412">
              <a:latin typeface="+mn-lt"/>
            </a:endParaRPr>
          </a:p>
        </p:txBody>
      </p:sp>
      <p:sp>
        <p:nvSpPr>
          <p:cNvPr id="185" name="object 185">
            <a:extLst>
              <a:ext uri="{FF2B5EF4-FFF2-40B4-BE49-F238E27FC236}">
                <a16:creationId xmlns:a16="http://schemas.microsoft.com/office/drawing/2014/main" xmlns="" id="{4A95307B-58ED-B743-8DF2-B2790E8D062E}"/>
              </a:ext>
            </a:extLst>
          </p:cNvPr>
          <p:cNvSpPr/>
          <p:nvPr/>
        </p:nvSpPr>
        <p:spPr>
          <a:xfrm>
            <a:off x="2000250" y="4202113"/>
            <a:ext cx="0" cy="84137"/>
          </a:xfrm>
          <a:custGeom>
            <a:avLst/>
            <a:gdLst/>
            <a:ahLst/>
            <a:cxnLst/>
            <a:rect l="l" t="t" r="r" b="b"/>
            <a:pathLst>
              <a:path h="95885">
                <a:moveTo>
                  <a:pt x="0" y="0"/>
                </a:moveTo>
                <a:lnTo>
                  <a:pt x="0" y="95608"/>
                </a:lnTo>
              </a:path>
            </a:pathLst>
          </a:custGeom>
          <a:ln w="16399">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86" name="object 186">
            <a:extLst>
              <a:ext uri="{FF2B5EF4-FFF2-40B4-BE49-F238E27FC236}">
                <a16:creationId xmlns:a16="http://schemas.microsoft.com/office/drawing/2014/main" xmlns="" id="{9AD19A07-528C-354B-B5A3-59ABE0AE7974}"/>
              </a:ext>
            </a:extLst>
          </p:cNvPr>
          <p:cNvSpPr/>
          <p:nvPr/>
        </p:nvSpPr>
        <p:spPr>
          <a:xfrm>
            <a:off x="1993900" y="4170363"/>
            <a:ext cx="14288" cy="15875"/>
          </a:xfrm>
          <a:custGeom>
            <a:avLst/>
            <a:gdLst/>
            <a:ahLst/>
            <a:cxnLst/>
            <a:rect l="l" t="t" r="r" b="b"/>
            <a:pathLst>
              <a:path w="16510" h="18414">
                <a:moveTo>
                  <a:pt x="16399" y="0"/>
                </a:moveTo>
                <a:lnTo>
                  <a:pt x="0" y="0"/>
                </a:lnTo>
                <a:lnTo>
                  <a:pt x="0" y="18298"/>
                </a:lnTo>
                <a:lnTo>
                  <a:pt x="16399" y="18298"/>
                </a:lnTo>
                <a:lnTo>
                  <a:pt x="16399" y="0"/>
                </a:lnTo>
                <a:close/>
              </a:path>
            </a:pathLst>
          </a:custGeom>
          <a:solidFill>
            <a:srgbClr val="000000"/>
          </a:solidFill>
        </p:spPr>
        <p:txBody>
          <a:bodyPr lIns="0" tIns="0" rIns="0" bIns="0"/>
          <a:lstStyle/>
          <a:p>
            <a:pPr eaLnBrk="1" fontAlgn="auto" hangingPunct="1">
              <a:spcBef>
                <a:spcPts val="0"/>
              </a:spcBef>
              <a:spcAft>
                <a:spcPts val="0"/>
              </a:spcAft>
              <a:defRPr/>
            </a:pPr>
            <a:endParaRPr sz="1412">
              <a:latin typeface="+mn-lt"/>
            </a:endParaRPr>
          </a:p>
        </p:txBody>
      </p:sp>
      <p:sp>
        <p:nvSpPr>
          <p:cNvPr id="187" name="object 187">
            <a:extLst>
              <a:ext uri="{FF2B5EF4-FFF2-40B4-BE49-F238E27FC236}">
                <a16:creationId xmlns:a16="http://schemas.microsoft.com/office/drawing/2014/main" xmlns="" id="{B06DE366-66E9-1249-94A4-92E0D35E4CDF}"/>
              </a:ext>
            </a:extLst>
          </p:cNvPr>
          <p:cNvSpPr/>
          <p:nvPr/>
        </p:nvSpPr>
        <p:spPr>
          <a:xfrm>
            <a:off x="2025650" y="4200525"/>
            <a:ext cx="134938" cy="88900"/>
          </a:xfrm>
          <a:prstGeom prst="rect">
            <a:avLst/>
          </a:prstGeom>
          <a:blipFill>
            <a:blip r:embed="rId8" cstate="print"/>
            <a:stretch>
              <a:fillRect/>
            </a:stretch>
          </a:blipFill>
        </p:spPr>
        <p:txBody>
          <a:bodyPr lIns="0" tIns="0" rIns="0" bIns="0"/>
          <a:lstStyle/>
          <a:p>
            <a:pPr eaLnBrk="1" fontAlgn="auto" hangingPunct="1">
              <a:spcBef>
                <a:spcPts val="0"/>
              </a:spcBef>
              <a:spcAft>
                <a:spcPts val="0"/>
              </a:spcAft>
              <a:defRPr/>
            </a:pPr>
            <a:endParaRPr sz="1412">
              <a:latin typeface="+mn-lt"/>
            </a:endParaRPr>
          </a:p>
        </p:txBody>
      </p:sp>
      <p:sp>
        <p:nvSpPr>
          <p:cNvPr id="188" name="object 188">
            <a:extLst>
              <a:ext uri="{FF2B5EF4-FFF2-40B4-BE49-F238E27FC236}">
                <a16:creationId xmlns:a16="http://schemas.microsoft.com/office/drawing/2014/main" xmlns="" id="{4D654437-6157-4FA6-ADC0-1DD84B9C15AB}"/>
              </a:ext>
            </a:extLst>
          </p:cNvPr>
          <p:cNvSpPr>
            <a:spLocks noChangeArrowheads="1"/>
          </p:cNvSpPr>
          <p:nvPr/>
        </p:nvSpPr>
        <p:spPr bwMode="auto">
          <a:xfrm>
            <a:off x="5232400" y="1884363"/>
            <a:ext cx="2200275" cy="315912"/>
          </a:xfrm>
          <a:prstGeom prst="rect">
            <a:avLst/>
          </a:prstGeom>
          <a:blipFill dpi="0" rotWithShape="1">
            <a:blip r:embed="rId9"/>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eaLnBrk="1" fontAlgn="auto" hangingPunct="1">
              <a:spcBef>
                <a:spcPts val="0"/>
              </a:spcBef>
              <a:spcAft>
                <a:spcPts val="0"/>
              </a:spcAft>
              <a:defRPr/>
            </a:pPr>
            <a:endParaRPr sz="1412">
              <a:latin typeface="+mn-lt"/>
            </a:endParaRPr>
          </a:p>
        </p:txBody>
      </p:sp>
      <p:sp>
        <p:nvSpPr>
          <p:cNvPr id="189" name="object 189">
            <a:extLst>
              <a:ext uri="{FF2B5EF4-FFF2-40B4-BE49-F238E27FC236}">
                <a16:creationId xmlns:a16="http://schemas.microsoft.com/office/drawing/2014/main" xmlns="" id="{1A9D7354-0522-674D-9A02-1E4ACD622F36}"/>
              </a:ext>
            </a:extLst>
          </p:cNvPr>
          <p:cNvSpPr/>
          <p:nvPr/>
        </p:nvSpPr>
        <p:spPr>
          <a:xfrm>
            <a:off x="5240338" y="2274888"/>
            <a:ext cx="960437" cy="119062"/>
          </a:xfrm>
          <a:prstGeom prst="rect">
            <a:avLst/>
          </a:prstGeom>
          <a:blipFill>
            <a:blip r:embed="rId10" cstate="print"/>
            <a:stretch>
              <a:fillRect/>
            </a:stretch>
          </a:blipFill>
        </p:spPr>
        <p:txBody>
          <a:bodyPr lIns="0" tIns="0" rIns="0" bIns="0"/>
          <a:lstStyle/>
          <a:p>
            <a:pPr eaLnBrk="1" fontAlgn="auto" hangingPunct="1">
              <a:spcBef>
                <a:spcPts val="0"/>
              </a:spcBef>
              <a:spcAft>
                <a:spcPts val="0"/>
              </a:spcAft>
              <a:defRPr/>
            </a:pPr>
            <a:endParaRPr sz="1412">
              <a:latin typeface="+mn-lt"/>
            </a:endParaRPr>
          </a:p>
        </p:txBody>
      </p:sp>
      <p:sp>
        <p:nvSpPr>
          <p:cNvPr id="190" name="object 190">
            <a:extLst>
              <a:ext uri="{FF2B5EF4-FFF2-40B4-BE49-F238E27FC236}">
                <a16:creationId xmlns:a16="http://schemas.microsoft.com/office/drawing/2014/main" xmlns="" id="{EF183E07-5FE0-0A4E-8CF9-58EDDAD6D733}"/>
              </a:ext>
            </a:extLst>
          </p:cNvPr>
          <p:cNvSpPr/>
          <p:nvPr/>
        </p:nvSpPr>
        <p:spPr>
          <a:xfrm>
            <a:off x="6221413" y="2373313"/>
            <a:ext cx="15875" cy="17462"/>
          </a:xfrm>
          <a:custGeom>
            <a:avLst/>
            <a:gdLst/>
            <a:ahLst/>
            <a:cxnLst/>
            <a:rect l="l" t="t" r="r" b="b"/>
            <a:pathLst>
              <a:path w="19050" h="19685">
                <a:moveTo>
                  <a:pt x="0" y="19551"/>
                </a:moveTo>
                <a:lnTo>
                  <a:pt x="18729" y="19551"/>
                </a:lnTo>
                <a:lnTo>
                  <a:pt x="18729" y="0"/>
                </a:lnTo>
                <a:lnTo>
                  <a:pt x="0" y="0"/>
                </a:lnTo>
                <a:lnTo>
                  <a:pt x="0" y="19551"/>
                </a:lnTo>
                <a:close/>
              </a:path>
            </a:pathLst>
          </a:custGeom>
          <a:solidFill>
            <a:srgbClr val="000000"/>
          </a:solidFill>
        </p:spPr>
        <p:txBody>
          <a:bodyPr lIns="0" tIns="0" rIns="0" bIns="0"/>
          <a:lstStyle/>
          <a:p>
            <a:pPr eaLnBrk="1" fontAlgn="auto" hangingPunct="1">
              <a:spcBef>
                <a:spcPts val="0"/>
              </a:spcBef>
              <a:spcAft>
                <a:spcPts val="0"/>
              </a:spcAft>
              <a:defRPr/>
            </a:pPr>
            <a:endParaRPr sz="1412">
              <a:latin typeface="+mn-lt"/>
            </a:endParaRPr>
          </a:p>
        </p:txBody>
      </p:sp>
      <p:sp>
        <p:nvSpPr>
          <p:cNvPr id="191" name="object 191">
            <a:extLst>
              <a:ext uri="{FF2B5EF4-FFF2-40B4-BE49-F238E27FC236}">
                <a16:creationId xmlns:a16="http://schemas.microsoft.com/office/drawing/2014/main" xmlns="" id="{723AE9F6-DEFC-A849-BC65-ABAE49A8F187}"/>
              </a:ext>
            </a:extLst>
          </p:cNvPr>
          <p:cNvSpPr/>
          <p:nvPr/>
        </p:nvSpPr>
        <p:spPr>
          <a:xfrm>
            <a:off x="5865813" y="2454275"/>
            <a:ext cx="309562" cy="669925"/>
          </a:xfrm>
          <a:custGeom>
            <a:avLst/>
            <a:gdLst/>
            <a:ahLst/>
            <a:cxnLst/>
            <a:rect l="l" t="t" r="r" b="b"/>
            <a:pathLst>
              <a:path w="351790" h="758825">
                <a:moveTo>
                  <a:pt x="280868" y="711073"/>
                </a:moveTo>
                <a:lnTo>
                  <a:pt x="276697" y="711073"/>
                </a:lnTo>
                <a:lnTo>
                  <a:pt x="276697" y="715247"/>
                </a:lnTo>
                <a:lnTo>
                  <a:pt x="282258" y="718030"/>
                </a:lnTo>
                <a:lnTo>
                  <a:pt x="301725" y="731945"/>
                </a:lnTo>
                <a:lnTo>
                  <a:pt x="321191" y="744468"/>
                </a:lnTo>
                <a:lnTo>
                  <a:pt x="342049" y="755603"/>
                </a:lnTo>
                <a:lnTo>
                  <a:pt x="348999" y="758384"/>
                </a:lnTo>
                <a:lnTo>
                  <a:pt x="350390" y="758384"/>
                </a:lnTo>
                <a:lnTo>
                  <a:pt x="351781" y="756993"/>
                </a:lnTo>
                <a:lnTo>
                  <a:pt x="351781" y="755603"/>
                </a:lnTo>
                <a:lnTo>
                  <a:pt x="346219" y="750036"/>
                </a:lnTo>
                <a:lnTo>
                  <a:pt x="325362" y="740295"/>
                </a:lnTo>
                <a:lnTo>
                  <a:pt x="304505" y="727770"/>
                </a:lnTo>
                <a:lnTo>
                  <a:pt x="285040" y="713856"/>
                </a:lnTo>
                <a:lnTo>
                  <a:pt x="280868" y="711073"/>
                </a:lnTo>
                <a:close/>
              </a:path>
              <a:path w="351790" h="758825">
                <a:moveTo>
                  <a:pt x="186319" y="617839"/>
                </a:moveTo>
                <a:lnTo>
                  <a:pt x="184928" y="617839"/>
                </a:lnTo>
                <a:lnTo>
                  <a:pt x="182147" y="619231"/>
                </a:lnTo>
                <a:lnTo>
                  <a:pt x="182147" y="622015"/>
                </a:lnTo>
                <a:lnTo>
                  <a:pt x="184928" y="623406"/>
                </a:lnTo>
                <a:lnTo>
                  <a:pt x="191880" y="631755"/>
                </a:lnTo>
                <a:lnTo>
                  <a:pt x="208565" y="651236"/>
                </a:lnTo>
                <a:lnTo>
                  <a:pt x="225252" y="669326"/>
                </a:lnTo>
                <a:lnTo>
                  <a:pt x="239154" y="683242"/>
                </a:lnTo>
                <a:lnTo>
                  <a:pt x="244717" y="683242"/>
                </a:lnTo>
                <a:lnTo>
                  <a:pt x="244717" y="680459"/>
                </a:lnTo>
                <a:lnTo>
                  <a:pt x="211347" y="647062"/>
                </a:lnTo>
                <a:lnTo>
                  <a:pt x="194661" y="628972"/>
                </a:lnTo>
                <a:lnTo>
                  <a:pt x="187709" y="619231"/>
                </a:lnTo>
                <a:lnTo>
                  <a:pt x="186319" y="617839"/>
                </a:lnTo>
                <a:close/>
              </a:path>
              <a:path w="351790" h="758825">
                <a:moveTo>
                  <a:pt x="114016" y="507908"/>
                </a:moveTo>
                <a:lnTo>
                  <a:pt x="112624" y="507908"/>
                </a:lnTo>
                <a:lnTo>
                  <a:pt x="111234" y="510692"/>
                </a:lnTo>
                <a:lnTo>
                  <a:pt x="111234" y="513474"/>
                </a:lnTo>
                <a:lnTo>
                  <a:pt x="114016" y="520433"/>
                </a:lnTo>
                <a:lnTo>
                  <a:pt x="129311" y="544088"/>
                </a:lnTo>
                <a:lnTo>
                  <a:pt x="143215" y="567744"/>
                </a:lnTo>
                <a:lnTo>
                  <a:pt x="152948" y="581660"/>
                </a:lnTo>
                <a:lnTo>
                  <a:pt x="155728" y="584442"/>
                </a:lnTo>
                <a:lnTo>
                  <a:pt x="157119" y="584442"/>
                </a:lnTo>
                <a:lnTo>
                  <a:pt x="158509" y="581660"/>
                </a:lnTo>
                <a:lnTo>
                  <a:pt x="158509" y="580268"/>
                </a:lnTo>
                <a:lnTo>
                  <a:pt x="148777" y="564962"/>
                </a:lnTo>
                <a:lnTo>
                  <a:pt x="133482" y="542697"/>
                </a:lnTo>
                <a:lnTo>
                  <a:pt x="119578" y="519041"/>
                </a:lnTo>
                <a:lnTo>
                  <a:pt x="114016" y="507908"/>
                </a:lnTo>
                <a:close/>
              </a:path>
              <a:path w="351790" h="758825">
                <a:moveTo>
                  <a:pt x="59789" y="388237"/>
                </a:moveTo>
                <a:lnTo>
                  <a:pt x="57009" y="388237"/>
                </a:lnTo>
                <a:lnTo>
                  <a:pt x="57009" y="389628"/>
                </a:lnTo>
                <a:lnTo>
                  <a:pt x="55618" y="389628"/>
                </a:lnTo>
                <a:lnTo>
                  <a:pt x="55618" y="391020"/>
                </a:lnTo>
                <a:lnTo>
                  <a:pt x="66741" y="417459"/>
                </a:lnTo>
                <a:lnTo>
                  <a:pt x="76474" y="445289"/>
                </a:lnTo>
                <a:lnTo>
                  <a:pt x="88987" y="468946"/>
                </a:lnTo>
                <a:lnTo>
                  <a:pt x="90378" y="470338"/>
                </a:lnTo>
                <a:lnTo>
                  <a:pt x="91768" y="470338"/>
                </a:lnTo>
                <a:lnTo>
                  <a:pt x="93159" y="468946"/>
                </a:lnTo>
                <a:lnTo>
                  <a:pt x="93159" y="464770"/>
                </a:lnTo>
                <a:lnTo>
                  <a:pt x="82035" y="441115"/>
                </a:lnTo>
                <a:lnTo>
                  <a:pt x="70911" y="416067"/>
                </a:lnTo>
                <a:lnTo>
                  <a:pt x="61179" y="389628"/>
                </a:lnTo>
                <a:lnTo>
                  <a:pt x="59789" y="388237"/>
                </a:lnTo>
                <a:close/>
              </a:path>
              <a:path w="351790" h="758825">
                <a:moveTo>
                  <a:pt x="22246" y="261607"/>
                </a:moveTo>
                <a:lnTo>
                  <a:pt x="22246" y="262999"/>
                </a:lnTo>
                <a:lnTo>
                  <a:pt x="19466" y="262999"/>
                </a:lnTo>
                <a:lnTo>
                  <a:pt x="19466" y="264389"/>
                </a:lnTo>
                <a:lnTo>
                  <a:pt x="22246" y="275522"/>
                </a:lnTo>
                <a:lnTo>
                  <a:pt x="30590" y="304745"/>
                </a:lnTo>
                <a:lnTo>
                  <a:pt x="37542" y="333966"/>
                </a:lnTo>
                <a:lnTo>
                  <a:pt x="40323" y="345098"/>
                </a:lnTo>
                <a:lnTo>
                  <a:pt x="41713" y="346491"/>
                </a:lnTo>
                <a:lnTo>
                  <a:pt x="44493" y="346491"/>
                </a:lnTo>
                <a:lnTo>
                  <a:pt x="45883" y="345098"/>
                </a:lnTo>
                <a:lnTo>
                  <a:pt x="45883" y="343707"/>
                </a:lnTo>
                <a:lnTo>
                  <a:pt x="41713" y="331184"/>
                </a:lnTo>
                <a:lnTo>
                  <a:pt x="34761" y="304745"/>
                </a:lnTo>
                <a:lnTo>
                  <a:pt x="27809" y="275522"/>
                </a:lnTo>
                <a:lnTo>
                  <a:pt x="25027" y="264389"/>
                </a:lnTo>
                <a:lnTo>
                  <a:pt x="24936" y="262953"/>
                </a:lnTo>
                <a:lnTo>
                  <a:pt x="22246" y="261607"/>
                </a:lnTo>
                <a:close/>
              </a:path>
              <a:path w="351790" h="758825">
                <a:moveTo>
                  <a:pt x="4171" y="130802"/>
                </a:moveTo>
                <a:lnTo>
                  <a:pt x="2781" y="132194"/>
                </a:lnTo>
                <a:lnTo>
                  <a:pt x="1390" y="134978"/>
                </a:lnTo>
                <a:lnTo>
                  <a:pt x="2781" y="154458"/>
                </a:lnTo>
                <a:lnTo>
                  <a:pt x="5561" y="186463"/>
                </a:lnTo>
                <a:lnTo>
                  <a:pt x="11123" y="217078"/>
                </a:lnTo>
                <a:lnTo>
                  <a:pt x="11123" y="218469"/>
                </a:lnTo>
                <a:lnTo>
                  <a:pt x="16685" y="218469"/>
                </a:lnTo>
                <a:lnTo>
                  <a:pt x="16685" y="215686"/>
                </a:lnTo>
                <a:lnTo>
                  <a:pt x="11123" y="186463"/>
                </a:lnTo>
                <a:lnTo>
                  <a:pt x="8342" y="154458"/>
                </a:lnTo>
                <a:lnTo>
                  <a:pt x="8342" y="134978"/>
                </a:lnTo>
                <a:lnTo>
                  <a:pt x="4171" y="130802"/>
                </a:lnTo>
                <a:close/>
              </a:path>
              <a:path w="351790" h="758825">
                <a:moveTo>
                  <a:pt x="5561" y="0"/>
                </a:moveTo>
                <a:lnTo>
                  <a:pt x="2781" y="0"/>
                </a:lnTo>
                <a:lnTo>
                  <a:pt x="1390" y="2781"/>
                </a:lnTo>
                <a:lnTo>
                  <a:pt x="0" y="33395"/>
                </a:lnTo>
                <a:lnTo>
                  <a:pt x="0" y="86274"/>
                </a:lnTo>
                <a:lnTo>
                  <a:pt x="1390" y="86274"/>
                </a:lnTo>
                <a:lnTo>
                  <a:pt x="1390" y="87665"/>
                </a:lnTo>
                <a:lnTo>
                  <a:pt x="2781" y="87665"/>
                </a:lnTo>
                <a:lnTo>
                  <a:pt x="4171" y="86274"/>
                </a:lnTo>
                <a:lnTo>
                  <a:pt x="4171" y="64009"/>
                </a:lnTo>
                <a:lnTo>
                  <a:pt x="5561" y="33395"/>
                </a:lnTo>
                <a:lnTo>
                  <a:pt x="8342" y="2781"/>
                </a:lnTo>
                <a:lnTo>
                  <a:pt x="5561" y="0"/>
                </a:lnTo>
                <a:close/>
              </a:path>
            </a:pathLst>
          </a:custGeom>
          <a:solidFill>
            <a:srgbClr val="000000"/>
          </a:solidFill>
        </p:spPr>
        <p:txBody>
          <a:bodyPr lIns="0" tIns="0" rIns="0" bIns="0"/>
          <a:lstStyle/>
          <a:p>
            <a:pPr eaLnBrk="1" fontAlgn="auto" hangingPunct="1">
              <a:spcBef>
                <a:spcPts val="0"/>
              </a:spcBef>
              <a:spcAft>
                <a:spcPts val="0"/>
              </a:spcAft>
              <a:defRPr/>
            </a:pPr>
            <a:endParaRPr sz="1412">
              <a:latin typeface="+mn-lt"/>
            </a:endParaRPr>
          </a:p>
        </p:txBody>
      </p:sp>
      <p:sp>
        <p:nvSpPr>
          <p:cNvPr id="192" name="object 192">
            <a:extLst>
              <a:ext uri="{FF2B5EF4-FFF2-40B4-BE49-F238E27FC236}">
                <a16:creationId xmlns:a16="http://schemas.microsoft.com/office/drawing/2014/main" xmlns="" id="{74107FEA-AB9E-4D49-8693-F26F5A3D7E89}"/>
              </a:ext>
            </a:extLst>
          </p:cNvPr>
          <p:cNvSpPr/>
          <p:nvPr/>
        </p:nvSpPr>
        <p:spPr>
          <a:xfrm>
            <a:off x="5870575" y="2457450"/>
            <a:ext cx="3175" cy="26988"/>
          </a:xfrm>
          <a:custGeom>
            <a:avLst/>
            <a:gdLst/>
            <a:ahLst/>
            <a:cxnLst/>
            <a:rect l="l" t="t" r="r" b="b"/>
            <a:pathLst>
              <a:path w="3175" h="29844">
                <a:moveTo>
                  <a:pt x="1390" y="-695"/>
                </a:moveTo>
                <a:lnTo>
                  <a:pt x="1390" y="29917"/>
                </a:lnTo>
              </a:path>
            </a:pathLst>
          </a:custGeom>
          <a:ln w="4171">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93" name="object 193">
            <a:extLst>
              <a:ext uri="{FF2B5EF4-FFF2-40B4-BE49-F238E27FC236}">
                <a16:creationId xmlns:a16="http://schemas.microsoft.com/office/drawing/2014/main" xmlns="" id="{C00455EF-36D2-524D-A408-93B4E8CE9757}"/>
              </a:ext>
            </a:extLst>
          </p:cNvPr>
          <p:cNvSpPr/>
          <p:nvPr/>
        </p:nvSpPr>
        <p:spPr>
          <a:xfrm>
            <a:off x="5868988" y="2484438"/>
            <a:ext cx="1587" cy="26987"/>
          </a:xfrm>
          <a:custGeom>
            <a:avLst/>
            <a:gdLst/>
            <a:ahLst/>
            <a:cxnLst/>
            <a:rect l="l" t="t" r="r" b="b"/>
            <a:pathLst>
              <a:path w="1904" h="29844">
                <a:moveTo>
                  <a:pt x="1390" y="0"/>
                </a:moveTo>
                <a:lnTo>
                  <a:pt x="0" y="29222"/>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94" name="object 194">
            <a:extLst>
              <a:ext uri="{FF2B5EF4-FFF2-40B4-BE49-F238E27FC236}">
                <a16:creationId xmlns:a16="http://schemas.microsoft.com/office/drawing/2014/main" xmlns="" id="{2B36397D-84CA-9F49-9107-0B1E5F7A28AF}"/>
              </a:ext>
            </a:extLst>
          </p:cNvPr>
          <p:cNvSpPr/>
          <p:nvPr/>
        </p:nvSpPr>
        <p:spPr>
          <a:xfrm>
            <a:off x="5868988" y="2511425"/>
            <a:ext cx="0" cy="20638"/>
          </a:xfrm>
          <a:custGeom>
            <a:avLst/>
            <a:gdLst/>
            <a:ahLst/>
            <a:cxnLst/>
            <a:rect l="l" t="t" r="r" b="b"/>
            <a:pathLst>
              <a:path h="23494">
                <a:moveTo>
                  <a:pt x="0" y="22960"/>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95" name="object 195">
            <a:extLst>
              <a:ext uri="{FF2B5EF4-FFF2-40B4-BE49-F238E27FC236}">
                <a16:creationId xmlns:a16="http://schemas.microsoft.com/office/drawing/2014/main" xmlns="" id="{353F3000-46C6-4140-9245-79C3F5C3DFAB}"/>
              </a:ext>
            </a:extLst>
          </p:cNvPr>
          <p:cNvSpPr/>
          <p:nvPr/>
        </p:nvSpPr>
        <p:spPr>
          <a:xfrm>
            <a:off x="5868988" y="2532063"/>
            <a:ext cx="0" cy="0"/>
          </a:xfrm>
          <a:custGeom>
            <a:avLst/>
            <a:gdLst/>
            <a:ahLst/>
            <a:cxnLst/>
            <a:rect l="l" t="t" r="r" b="b"/>
            <a:pathLst>
              <a:path>
                <a:moveTo>
                  <a:pt x="0" y="0"/>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96" name="object 196">
            <a:extLst>
              <a:ext uri="{FF2B5EF4-FFF2-40B4-BE49-F238E27FC236}">
                <a16:creationId xmlns:a16="http://schemas.microsoft.com/office/drawing/2014/main" xmlns="" id="{6895B2FC-A436-B543-A41A-6E65D6A479B3}"/>
              </a:ext>
            </a:extLst>
          </p:cNvPr>
          <p:cNvSpPr/>
          <p:nvPr/>
        </p:nvSpPr>
        <p:spPr>
          <a:xfrm>
            <a:off x="5867400" y="2532063"/>
            <a:ext cx="0" cy="0"/>
          </a:xfrm>
          <a:custGeom>
            <a:avLst/>
            <a:gdLst/>
            <a:ahLst/>
            <a:cxnLst/>
            <a:rect l="l" t="t" r="r" b="b"/>
            <a:pathLst>
              <a:path>
                <a:moveTo>
                  <a:pt x="0" y="0"/>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97" name="object 197">
            <a:extLst>
              <a:ext uri="{FF2B5EF4-FFF2-40B4-BE49-F238E27FC236}">
                <a16:creationId xmlns:a16="http://schemas.microsoft.com/office/drawing/2014/main" xmlns="" id="{CDDAF45B-FDD2-CB4D-9077-7DAC43479764}"/>
              </a:ext>
            </a:extLst>
          </p:cNvPr>
          <p:cNvSpPr/>
          <p:nvPr/>
        </p:nvSpPr>
        <p:spPr>
          <a:xfrm>
            <a:off x="5867400" y="2530475"/>
            <a:ext cx="0" cy="0"/>
          </a:xfrm>
          <a:custGeom>
            <a:avLst/>
            <a:gdLst/>
            <a:ahLst/>
            <a:cxnLst/>
            <a:rect l="l" t="t" r="r" b="b"/>
            <a:pathLst>
              <a:path>
                <a:moveTo>
                  <a:pt x="0" y="0"/>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98" name="object 198">
            <a:extLst>
              <a:ext uri="{FF2B5EF4-FFF2-40B4-BE49-F238E27FC236}">
                <a16:creationId xmlns:a16="http://schemas.microsoft.com/office/drawing/2014/main" xmlns="" id="{BE124160-B3D8-AC46-9A55-CA47FACA3CB7}"/>
              </a:ext>
            </a:extLst>
          </p:cNvPr>
          <p:cNvSpPr/>
          <p:nvPr/>
        </p:nvSpPr>
        <p:spPr>
          <a:xfrm>
            <a:off x="5865813" y="2530475"/>
            <a:ext cx="0" cy="0"/>
          </a:xfrm>
          <a:custGeom>
            <a:avLst/>
            <a:gdLst/>
            <a:ahLst/>
            <a:cxnLst/>
            <a:rect l="l" t="t" r="r" b="b"/>
            <a:pathLst>
              <a:path>
                <a:moveTo>
                  <a:pt x="0" y="0"/>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199" name="object 199">
            <a:extLst>
              <a:ext uri="{FF2B5EF4-FFF2-40B4-BE49-F238E27FC236}">
                <a16:creationId xmlns:a16="http://schemas.microsoft.com/office/drawing/2014/main" xmlns="" id="{2DFC8ADF-73EE-7B4B-9B7E-39C5A64430AC}"/>
              </a:ext>
            </a:extLst>
          </p:cNvPr>
          <p:cNvSpPr/>
          <p:nvPr/>
        </p:nvSpPr>
        <p:spPr>
          <a:xfrm>
            <a:off x="5865813" y="2513013"/>
            <a:ext cx="0" cy="17462"/>
          </a:xfrm>
          <a:custGeom>
            <a:avLst/>
            <a:gdLst/>
            <a:ahLst/>
            <a:cxnLst/>
            <a:rect l="l" t="t" r="r" b="b"/>
            <a:pathLst>
              <a:path h="19685">
                <a:moveTo>
                  <a:pt x="0" y="19481"/>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00" name="object 200">
            <a:extLst>
              <a:ext uri="{FF2B5EF4-FFF2-40B4-BE49-F238E27FC236}">
                <a16:creationId xmlns:a16="http://schemas.microsoft.com/office/drawing/2014/main" xmlns="" id="{86282B83-EF2E-4440-9AEB-39A4E8D733EC}"/>
              </a:ext>
            </a:extLst>
          </p:cNvPr>
          <p:cNvSpPr/>
          <p:nvPr/>
        </p:nvSpPr>
        <p:spPr>
          <a:xfrm>
            <a:off x="5865813" y="2486025"/>
            <a:ext cx="0" cy="25400"/>
          </a:xfrm>
          <a:custGeom>
            <a:avLst/>
            <a:gdLst/>
            <a:ahLst/>
            <a:cxnLst/>
            <a:rect l="l" t="t" r="r" b="b"/>
            <a:pathLst>
              <a:path h="29844">
                <a:moveTo>
                  <a:pt x="0" y="29222"/>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01" name="object 201">
            <a:extLst>
              <a:ext uri="{FF2B5EF4-FFF2-40B4-BE49-F238E27FC236}">
                <a16:creationId xmlns:a16="http://schemas.microsoft.com/office/drawing/2014/main" xmlns="" id="{CB826193-98AF-B04B-8201-939193872DE9}"/>
              </a:ext>
            </a:extLst>
          </p:cNvPr>
          <p:cNvSpPr/>
          <p:nvPr/>
        </p:nvSpPr>
        <p:spPr>
          <a:xfrm>
            <a:off x="5865813" y="2459038"/>
            <a:ext cx="1587" cy="25400"/>
          </a:xfrm>
          <a:custGeom>
            <a:avLst/>
            <a:gdLst/>
            <a:ahLst/>
            <a:cxnLst/>
            <a:rect l="l" t="t" r="r" b="b"/>
            <a:pathLst>
              <a:path w="1904" h="29844">
                <a:moveTo>
                  <a:pt x="0" y="29222"/>
                </a:moveTo>
                <a:lnTo>
                  <a:pt x="139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02" name="object 202">
            <a:extLst>
              <a:ext uri="{FF2B5EF4-FFF2-40B4-BE49-F238E27FC236}">
                <a16:creationId xmlns:a16="http://schemas.microsoft.com/office/drawing/2014/main" xmlns="" id="{ED587857-7DE9-BA4C-9275-21C007300748}"/>
              </a:ext>
            </a:extLst>
          </p:cNvPr>
          <p:cNvSpPr/>
          <p:nvPr/>
        </p:nvSpPr>
        <p:spPr>
          <a:xfrm>
            <a:off x="5867400" y="2455863"/>
            <a:ext cx="1588" cy="1587"/>
          </a:xfrm>
          <a:custGeom>
            <a:avLst/>
            <a:gdLst/>
            <a:ahLst/>
            <a:cxnLst/>
            <a:rect l="l" t="t" r="r" b="b"/>
            <a:pathLst>
              <a:path w="1904" h="1905">
                <a:moveTo>
                  <a:pt x="0" y="1391"/>
                </a:moveTo>
                <a:lnTo>
                  <a:pt x="139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03" name="object 203">
            <a:extLst>
              <a:ext uri="{FF2B5EF4-FFF2-40B4-BE49-F238E27FC236}">
                <a16:creationId xmlns:a16="http://schemas.microsoft.com/office/drawing/2014/main" xmlns="" id="{027E6851-535C-464F-88EC-4DDF661D17F2}"/>
              </a:ext>
            </a:extLst>
          </p:cNvPr>
          <p:cNvSpPr/>
          <p:nvPr/>
        </p:nvSpPr>
        <p:spPr>
          <a:xfrm>
            <a:off x="5868988" y="2454275"/>
            <a:ext cx="0" cy="0"/>
          </a:xfrm>
          <a:custGeom>
            <a:avLst/>
            <a:gdLst/>
            <a:ahLst/>
            <a:cxnLst/>
            <a:rect l="l" t="t" r="r" b="b"/>
            <a:pathLst>
              <a:path>
                <a:moveTo>
                  <a:pt x="0" y="0"/>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04" name="object 204">
            <a:extLst>
              <a:ext uri="{FF2B5EF4-FFF2-40B4-BE49-F238E27FC236}">
                <a16:creationId xmlns:a16="http://schemas.microsoft.com/office/drawing/2014/main" xmlns="" id="{C9DE6490-DB65-DF41-BFFD-757597146B0F}"/>
              </a:ext>
            </a:extLst>
          </p:cNvPr>
          <p:cNvSpPr/>
          <p:nvPr/>
        </p:nvSpPr>
        <p:spPr>
          <a:xfrm>
            <a:off x="5868988" y="2454275"/>
            <a:ext cx="0" cy="0"/>
          </a:xfrm>
          <a:custGeom>
            <a:avLst/>
            <a:gdLst/>
            <a:ahLst/>
            <a:cxnLst/>
            <a:rect l="l" t="t" r="r" b="b"/>
            <a:pathLst>
              <a:path>
                <a:moveTo>
                  <a:pt x="0" y="0"/>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05" name="object 205">
            <a:extLst>
              <a:ext uri="{FF2B5EF4-FFF2-40B4-BE49-F238E27FC236}">
                <a16:creationId xmlns:a16="http://schemas.microsoft.com/office/drawing/2014/main" xmlns="" id="{232ABCDA-AE84-C943-AEDB-D44D223F55E4}"/>
              </a:ext>
            </a:extLst>
          </p:cNvPr>
          <p:cNvSpPr/>
          <p:nvPr/>
        </p:nvSpPr>
        <p:spPr>
          <a:xfrm>
            <a:off x="5870575" y="2454275"/>
            <a:ext cx="1588" cy="1588"/>
          </a:xfrm>
          <a:custGeom>
            <a:avLst/>
            <a:gdLst/>
            <a:ahLst/>
            <a:cxnLst/>
            <a:rect l="l" t="t" r="r" b="b"/>
            <a:pathLst>
              <a:path w="1904" h="1905">
                <a:moveTo>
                  <a:pt x="0" y="0"/>
                </a:moveTo>
                <a:lnTo>
                  <a:pt x="1390" y="1391"/>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06" name="object 206">
            <a:extLst>
              <a:ext uri="{FF2B5EF4-FFF2-40B4-BE49-F238E27FC236}">
                <a16:creationId xmlns:a16="http://schemas.microsoft.com/office/drawing/2014/main" xmlns="" id="{9CAC66A9-95E7-A347-B97E-FDC85E822D07}"/>
              </a:ext>
            </a:extLst>
          </p:cNvPr>
          <p:cNvSpPr/>
          <p:nvPr/>
        </p:nvSpPr>
        <p:spPr>
          <a:xfrm>
            <a:off x="5873750" y="2457450"/>
            <a:ext cx="1588" cy="0"/>
          </a:xfrm>
          <a:custGeom>
            <a:avLst/>
            <a:gdLst/>
            <a:ahLst/>
            <a:cxnLst/>
            <a:rect l="l" t="t" r="r" b="b"/>
            <a:pathLst>
              <a:path w="1904">
                <a:moveTo>
                  <a:pt x="0" y="0"/>
                </a:moveTo>
                <a:lnTo>
                  <a:pt x="139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07" name="object 207">
            <a:extLst>
              <a:ext uri="{FF2B5EF4-FFF2-40B4-BE49-F238E27FC236}">
                <a16:creationId xmlns:a16="http://schemas.microsoft.com/office/drawing/2014/main" xmlns="" id="{0841C753-836A-F64C-A3EC-8B9836521258}"/>
              </a:ext>
            </a:extLst>
          </p:cNvPr>
          <p:cNvSpPr/>
          <p:nvPr/>
        </p:nvSpPr>
        <p:spPr>
          <a:xfrm>
            <a:off x="5873750" y="2573338"/>
            <a:ext cx="0" cy="17462"/>
          </a:xfrm>
          <a:custGeom>
            <a:avLst/>
            <a:gdLst/>
            <a:ahLst/>
            <a:cxnLst/>
            <a:rect l="l" t="t" r="r" b="b"/>
            <a:pathLst>
              <a:path h="19050">
                <a:moveTo>
                  <a:pt x="0" y="18785"/>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08" name="object 208">
            <a:extLst>
              <a:ext uri="{FF2B5EF4-FFF2-40B4-BE49-F238E27FC236}">
                <a16:creationId xmlns:a16="http://schemas.microsoft.com/office/drawing/2014/main" xmlns="" id="{41BDB23E-F796-7B43-B1F8-446956256983}"/>
              </a:ext>
            </a:extLst>
          </p:cNvPr>
          <p:cNvSpPr/>
          <p:nvPr/>
        </p:nvSpPr>
        <p:spPr>
          <a:xfrm>
            <a:off x="5873750" y="2590800"/>
            <a:ext cx="1588" cy="28575"/>
          </a:xfrm>
          <a:custGeom>
            <a:avLst/>
            <a:gdLst/>
            <a:ahLst/>
            <a:cxnLst/>
            <a:rect l="l" t="t" r="r" b="b"/>
            <a:pathLst>
              <a:path w="3175" h="31114">
                <a:moveTo>
                  <a:pt x="1390" y="-695"/>
                </a:moveTo>
                <a:lnTo>
                  <a:pt x="1390" y="31308"/>
                </a:lnTo>
              </a:path>
            </a:pathLst>
          </a:custGeom>
          <a:ln w="4171">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09" name="object 209">
            <a:extLst>
              <a:ext uri="{FF2B5EF4-FFF2-40B4-BE49-F238E27FC236}">
                <a16:creationId xmlns:a16="http://schemas.microsoft.com/office/drawing/2014/main" xmlns="" id="{E155BF4A-88C5-894E-8552-68C895798697}"/>
              </a:ext>
            </a:extLst>
          </p:cNvPr>
          <p:cNvSpPr/>
          <p:nvPr/>
        </p:nvSpPr>
        <p:spPr>
          <a:xfrm>
            <a:off x="5875338" y="2619375"/>
            <a:ext cx="4762" cy="25400"/>
          </a:xfrm>
          <a:custGeom>
            <a:avLst/>
            <a:gdLst/>
            <a:ahLst/>
            <a:cxnLst/>
            <a:rect l="l" t="t" r="r" b="b"/>
            <a:pathLst>
              <a:path w="5715" h="27939">
                <a:moveTo>
                  <a:pt x="0" y="0"/>
                </a:moveTo>
                <a:lnTo>
                  <a:pt x="5561" y="2783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10" name="object 210">
            <a:extLst>
              <a:ext uri="{FF2B5EF4-FFF2-40B4-BE49-F238E27FC236}">
                <a16:creationId xmlns:a16="http://schemas.microsoft.com/office/drawing/2014/main" xmlns="" id="{36DF05E1-293A-ED46-A44B-52352790D9D4}"/>
              </a:ext>
            </a:extLst>
          </p:cNvPr>
          <p:cNvSpPr/>
          <p:nvPr/>
        </p:nvSpPr>
        <p:spPr>
          <a:xfrm>
            <a:off x="5880100" y="2644775"/>
            <a:ext cx="1588" cy="0"/>
          </a:xfrm>
          <a:custGeom>
            <a:avLst/>
            <a:gdLst/>
            <a:ahLst/>
            <a:cxnLst/>
            <a:rect l="l" t="t" r="r" b="b"/>
            <a:pathLst>
              <a:path w="1904">
                <a:moveTo>
                  <a:pt x="0" y="0"/>
                </a:moveTo>
                <a:lnTo>
                  <a:pt x="139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11" name="object 211">
            <a:extLst>
              <a:ext uri="{FF2B5EF4-FFF2-40B4-BE49-F238E27FC236}">
                <a16:creationId xmlns:a16="http://schemas.microsoft.com/office/drawing/2014/main" xmlns="" id="{8D4A6C7C-E3A5-614B-88A4-1D880541AE13}"/>
              </a:ext>
            </a:extLst>
          </p:cNvPr>
          <p:cNvSpPr/>
          <p:nvPr/>
        </p:nvSpPr>
        <p:spPr>
          <a:xfrm>
            <a:off x="5880100" y="2644775"/>
            <a:ext cx="0" cy="0"/>
          </a:xfrm>
          <a:custGeom>
            <a:avLst/>
            <a:gdLst/>
            <a:ahLst/>
            <a:cxnLst/>
            <a:rect l="l" t="t" r="r" b="b"/>
            <a:pathLst>
              <a:path>
                <a:moveTo>
                  <a:pt x="0" y="0"/>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12" name="object 212">
            <a:extLst>
              <a:ext uri="{FF2B5EF4-FFF2-40B4-BE49-F238E27FC236}">
                <a16:creationId xmlns:a16="http://schemas.microsoft.com/office/drawing/2014/main" xmlns="" id="{1C962C6B-8C36-554E-9404-89F5D3687BD9}"/>
              </a:ext>
            </a:extLst>
          </p:cNvPr>
          <p:cNvSpPr/>
          <p:nvPr/>
        </p:nvSpPr>
        <p:spPr>
          <a:xfrm>
            <a:off x="5880100" y="2646363"/>
            <a:ext cx="0" cy="0"/>
          </a:xfrm>
          <a:custGeom>
            <a:avLst/>
            <a:gdLst/>
            <a:ahLst/>
            <a:cxnLst/>
            <a:rect l="l" t="t" r="r" b="b"/>
            <a:pathLst>
              <a:path>
                <a:moveTo>
                  <a:pt x="0" y="0"/>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13" name="object 213">
            <a:extLst>
              <a:ext uri="{FF2B5EF4-FFF2-40B4-BE49-F238E27FC236}">
                <a16:creationId xmlns:a16="http://schemas.microsoft.com/office/drawing/2014/main" xmlns="" id="{1A372DEE-C121-3242-83A3-02D888A13FBF}"/>
              </a:ext>
            </a:extLst>
          </p:cNvPr>
          <p:cNvSpPr/>
          <p:nvPr/>
        </p:nvSpPr>
        <p:spPr>
          <a:xfrm>
            <a:off x="5880100" y="2647950"/>
            <a:ext cx="0" cy="0"/>
          </a:xfrm>
          <a:custGeom>
            <a:avLst/>
            <a:gdLst/>
            <a:ahLst/>
            <a:cxnLst/>
            <a:rect l="l" t="t" r="r" b="b"/>
            <a:pathLst>
              <a:path>
                <a:moveTo>
                  <a:pt x="0" y="0"/>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14" name="object 214">
            <a:extLst>
              <a:ext uri="{FF2B5EF4-FFF2-40B4-BE49-F238E27FC236}">
                <a16:creationId xmlns:a16="http://schemas.microsoft.com/office/drawing/2014/main" xmlns="" id="{51007CE3-7390-464C-8D4E-0C312EF3CE75}"/>
              </a:ext>
            </a:extLst>
          </p:cNvPr>
          <p:cNvSpPr/>
          <p:nvPr/>
        </p:nvSpPr>
        <p:spPr>
          <a:xfrm>
            <a:off x="5878513" y="2647950"/>
            <a:ext cx="3175" cy="0"/>
          </a:xfrm>
          <a:custGeom>
            <a:avLst/>
            <a:gdLst/>
            <a:ahLst/>
            <a:cxnLst/>
            <a:rect l="l" t="t" r="r" b="b"/>
            <a:pathLst>
              <a:path w="1904">
                <a:moveTo>
                  <a:pt x="0" y="0"/>
                </a:moveTo>
                <a:lnTo>
                  <a:pt x="139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15" name="object 215">
            <a:extLst>
              <a:ext uri="{FF2B5EF4-FFF2-40B4-BE49-F238E27FC236}">
                <a16:creationId xmlns:a16="http://schemas.microsoft.com/office/drawing/2014/main" xmlns="" id="{31E3BA54-2C5D-8242-A9E2-5EEA6D93F9E4}"/>
              </a:ext>
            </a:extLst>
          </p:cNvPr>
          <p:cNvSpPr/>
          <p:nvPr/>
        </p:nvSpPr>
        <p:spPr>
          <a:xfrm>
            <a:off x="5878513" y="2647950"/>
            <a:ext cx="1587" cy="0"/>
          </a:xfrm>
          <a:custGeom>
            <a:avLst/>
            <a:gdLst/>
            <a:ahLst/>
            <a:cxnLst/>
            <a:rect l="l" t="t" r="r" b="b"/>
            <a:pathLst>
              <a:path w="1904">
                <a:moveTo>
                  <a:pt x="1390" y="0"/>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16" name="object 216">
            <a:extLst>
              <a:ext uri="{FF2B5EF4-FFF2-40B4-BE49-F238E27FC236}">
                <a16:creationId xmlns:a16="http://schemas.microsoft.com/office/drawing/2014/main" xmlns="" id="{CC2A6797-4CC7-A445-A38B-C65124DB102E}"/>
              </a:ext>
            </a:extLst>
          </p:cNvPr>
          <p:cNvSpPr/>
          <p:nvPr/>
        </p:nvSpPr>
        <p:spPr>
          <a:xfrm>
            <a:off x="5876925" y="2647950"/>
            <a:ext cx="0" cy="0"/>
          </a:xfrm>
          <a:custGeom>
            <a:avLst/>
            <a:gdLst/>
            <a:ahLst/>
            <a:cxnLst/>
            <a:rect l="l" t="t" r="r" b="b"/>
            <a:pathLst>
              <a:path>
                <a:moveTo>
                  <a:pt x="0" y="0"/>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17" name="object 217">
            <a:extLst>
              <a:ext uri="{FF2B5EF4-FFF2-40B4-BE49-F238E27FC236}">
                <a16:creationId xmlns:a16="http://schemas.microsoft.com/office/drawing/2014/main" xmlns="" id="{6C42A9BC-6238-C340-B83A-5EC39612E4F5}"/>
              </a:ext>
            </a:extLst>
          </p:cNvPr>
          <p:cNvSpPr/>
          <p:nvPr/>
        </p:nvSpPr>
        <p:spPr>
          <a:xfrm>
            <a:off x="5875338" y="2647950"/>
            <a:ext cx="0" cy="0"/>
          </a:xfrm>
          <a:custGeom>
            <a:avLst/>
            <a:gdLst/>
            <a:ahLst/>
            <a:cxnLst/>
            <a:rect l="l" t="t" r="r" b="b"/>
            <a:pathLst>
              <a:path>
                <a:moveTo>
                  <a:pt x="0" y="0"/>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18" name="object 218">
            <a:extLst>
              <a:ext uri="{FF2B5EF4-FFF2-40B4-BE49-F238E27FC236}">
                <a16:creationId xmlns:a16="http://schemas.microsoft.com/office/drawing/2014/main" xmlns="" id="{C0F383C6-CDCD-294A-9100-024485519765}"/>
              </a:ext>
            </a:extLst>
          </p:cNvPr>
          <p:cNvSpPr/>
          <p:nvPr/>
        </p:nvSpPr>
        <p:spPr>
          <a:xfrm>
            <a:off x="5875338" y="2646363"/>
            <a:ext cx="1587" cy="0"/>
          </a:xfrm>
          <a:custGeom>
            <a:avLst/>
            <a:gdLst/>
            <a:ahLst/>
            <a:cxnLst/>
            <a:rect l="l" t="t" r="r" b="b"/>
            <a:pathLst>
              <a:path w="1904">
                <a:moveTo>
                  <a:pt x="0" y="0"/>
                </a:moveTo>
                <a:lnTo>
                  <a:pt x="139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19" name="object 219">
            <a:extLst>
              <a:ext uri="{FF2B5EF4-FFF2-40B4-BE49-F238E27FC236}">
                <a16:creationId xmlns:a16="http://schemas.microsoft.com/office/drawing/2014/main" xmlns="" id="{6DE45218-8583-904E-B2A2-890CD224EA96}"/>
              </a:ext>
            </a:extLst>
          </p:cNvPr>
          <p:cNvSpPr/>
          <p:nvPr/>
        </p:nvSpPr>
        <p:spPr>
          <a:xfrm>
            <a:off x="5870575" y="2620963"/>
            <a:ext cx="4763" cy="25400"/>
          </a:xfrm>
          <a:custGeom>
            <a:avLst/>
            <a:gdLst/>
            <a:ahLst/>
            <a:cxnLst/>
            <a:rect l="l" t="t" r="r" b="b"/>
            <a:pathLst>
              <a:path w="5715" h="29844">
                <a:moveTo>
                  <a:pt x="5561" y="29222"/>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20" name="object 220">
            <a:extLst>
              <a:ext uri="{FF2B5EF4-FFF2-40B4-BE49-F238E27FC236}">
                <a16:creationId xmlns:a16="http://schemas.microsoft.com/office/drawing/2014/main" xmlns="" id="{DC439714-C8C0-1740-A7B3-532C2BF0F2BB}"/>
              </a:ext>
            </a:extLst>
          </p:cNvPr>
          <p:cNvSpPr/>
          <p:nvPr/>
        </p:nvSpPr>
        <p:spPr>
          <a:xfrm>
            <a:off x="5868988" y="2592388"/>
            <a:ext cx="1587" cy="26987"/>
          </a:xfrm>
          <a:custGeom>
            <a:avLst/>
            <a:gdLst/>
            <a:ahLst/>
            <a:cxnLst/>
            <a:rect l="l" t="t" r="r" b="b"/>
            <a:pathLst>
              <a:path w="3175" h="31114">
                <a:moveTo>
                  <a:pt x="1390" y="-695"/>
                </a:moveTo>
                <a:lnTo>
                  <a:pt x="1390" y="31308"/>
                </a:lnTo>
              </a:path>
            </a:pathLst>
          </a:custGeom>
          <a:ln w="4171">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21" name="object 221">
            <a:extLst>
              <a:ext uri="{FF2B5EF4-FFF2-40B4-BE49-F238E27FC236}">
                <a16:creationId xmlns:a16="http://schemas.microsoft.com/office/drawing/2014/main" xmlns="" id="{7B866F8C-9EF1-3145-89A1-79AF79DBEEDE}"/>
              </a:ext>
            </a:extLst>
          </p:cNvPr>
          <p:cNvSpPr/>
          <p:nvPr/>
        </p:nvSpPr>
        <p:spPr>
          <a:xfrm>
            <a:off x="5867400" y="2574925"/>
            <a:ext cx="1588" cy="15875"/>
          </a:xfrm>
          <a:custGeom>
            <a:avLst/>
            <a:gdLst/>
            <a:ahLst/>
            <a:cxnLst/>
            <a:rect l="l" t="t" r="r" b="b"/>
            <a:pathLst>
              <a:path w="1904" h="18414">
                <a:moveTo>
                  <a:pt x="695" y="-695"/>
                </a:moveTo>
                <a:lnTo>
                  <a:pt x="695" y="18785"/>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22" name="object 222">
            <a:extLst>
              <a:ext uri="{FF2B5EF4-FFF2-40B4-BE49-F238E27FC236}">
                <a16:creationId xmlns:a16="http://schemas.microsoft.com/office/drawing/2014/main" xmlns="" id="{C5C782F6-0781-564B-821F-676BEA8622D0}"/>
              </a:ext>
            </a:extLst>
          </p:cNvPr>
          <p:cNvSpPr/>
          <p:nvPr/>
        </p:nvSpPr>
        <p:spPr>
          <a:xfrm>
            <a:off x="5867400" y="2573338"/>
            <a:ext cx="1588" cy="1587"/>
          </a:xfrm>
          <a:custGeom>
            <a:avLst/>
            <a:gdLst/>
            <a:ahLst/>
            <a:cxnLst/>
            <a:rect l="l" t="t" r="r" b="b"/>
            <a:pathLst>
              <a:path w="1904" h="1905">
                <a:moveTo>
                  <a:pt x="0" y="1391"/>
                </a:moveTo>
                <a:lnTo>
                  <a:pt x="139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23" name="object 223">
            <a:extLst>
              <a:ext uri="{FF2B5EF4-FFF2-40B4-BE49-F238E27FC236}">
                <a16:creationId xmlns:a16="http://schemas.microsoft.com/office/drawing/2014/main" xmlns="" id="{23B60D85-E973-2B45-9567-3493C827AB13}"/>
              </a:ext>
            </a:extLst>
          </p:cNvPr>
          <p:cNvSpPr/>
          <p:nvPr/>
        </p:nvSpPr>
        <p:spPr>
          <a:xfrm>
            <a:off x="5868988" y="2571750"/>
            <a:ext cx="0" cy="0"/>
          </a:xfrm>
          <a:custGeom>
            <a:avLst/>
            <a:gdLst/>
            <a:ahLst/>
            <a:cxnLst/>
            <a:rect l="l" t="t" r="r" b="b"/>
            <a:pathLst>
              <a:path>
                <a:moveTo>
                  <a:pt x="0" y="0"/>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24" name="object 224">
            <a:extLst>
              <a:ext uri="{FF2B5EF4-FFF2-40B4-BE49-F238E27FC236}">
                <a16:creationId xmlns:a16="http://schemas.microsoft.com/office/drawing/2014/main" xmlns="" id="{7CB8778E-8764-F04D-838C-63C81C2D95AC}"/>
              </a:ext>
            </a:extLst>
          </p:cNvPr>
          <p:cNvSpPr/>
          <p:nvPr/>
        </p:nvSpPr>
        <p:spPr>
          <a:xfrm>
            <a:off x="5868988" y="2570163"/>
            <a:ext cx="0" cy="0"/>
          </a:xfrm>
          <a:custGeom>
            <a:avLst/>
            <a:gdLst/>
            <a:ahLst/>
            <a:cxnLst/>
            <a:rect l="l" t="t" r="r" b="b"/>
            <a:pathLst>
              <a:path>
                <a:moveTo>
                  <a:pt x="0" y="0"/>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25" name="object 225">
            <a:extLst>
              <a:ext uri="{FF2B5EF4-FFF2-40B4-BE49-F238E27FC236}">
                <a16:creationId xmlns:a16="http://schemas.microsoft.com/office/drawing/2014/main" xmlns="" id="{3B236C2A-FF96-E646-9770-D40A53F7F42B}"/>
              </a:ext>
            </a:extLst>
          </p:cNvPr>
          <p:cNvSpPr/>
          <p:nvPr/>
        </p:nvSpPr>
        <p:spPr>
          <a:xfrm>
            <a:off x="5870575" y="2571750"/>
            <a:ext cx="1588" cy="1588"/>
          </a:xfrm>
          <a:custGeom>
            <a:avLst/>
            <a:gdLst/>
            <a:ahLst/>
            <a:cxnLst/>
            <a:rect l="l" t="t" r="r" b="b"/>
            <a:pathLst>
              <a:path w="1904" h="1905">
                <a:moveTo>
                  <a:pt x="0" y="0"/>
                </a:moveTo>
                <a:lnTo>
                  <a:pt x="1390" y="1391"/>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26" name="object 226">
            <a:extLst>
              <a:ext uri="{FF2B5EF4-FFF2-40B4-BE49-F238E27FC236}">
                <a16:creationId xmlns:a16="http://schemas.microsoft.com/office/drawing/2014/main" xmlns="" id="{22F672CE-DEDE-EF42-8451-96A64D04E649}"/>
              </a:ext>
            </a:extLst>
          </p:cNvPr>
          <p:cNvSpPr/>
          <p:nvPr/>
        </p:nvSpPr>
        <p:spPr>
          <a:xfrm>
            <a:off x="5888038" y="2687638"/>
            <a:ext cx="3175" cy="9525"/>
          </a:xfrm>
          <a:custGeom>
            <a:avLst/>
            <a:gdLst/>
            <a:ahLst/>
            <a:cxnLst/>
            <a:rect l="l" t="t" r="r" b="b"/>
            <a:pathLst>
              <a:path w="3175" h="10160">
                <a:moveTo>
                  <a:pt x="0" y="0"/>
                </a:moveTo>
                <a:lnTo>
                  <a:pt x="2780" y="974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27" name="object 227">
            <a:extLst>
              <a:ext uri="{FF2B5EF4-FFF2-40B4-BE49-F238E27FC236}">
                <a16:creationId xmlns:a16="http://schemas.microsoft.com/office/drawing/2014/main" xmlns="" id="{A79ED3E6-DFE8-FE4D-9E31-7A9BFDC6A6F5}"/>
              </a:ext>
            </a:extLst>
          </p:cNvPr>
          <p:cNvSpPr/>
          <p:nvPr/>
        </p:nvSpPr>
        <p:spPr>
          <a:xfrm>
            <a:off x="5889625" y="2698750"/>
            <a:ext cx="6350" cy="23813"/>
          </a:xfrm>
          <a:custGeom>
            <a:avLst/>
            <a:gdLst/>
            <a:ahLst/>
            <a:cxnLst/>
            <a:rect l="l" t="t" r="r" b="b"/>
            <a:pathLst>
              <a:path w="6984" h="27939">
                <a:moveTo>
                  <a:pt x="0" y="0"/>
                </a:moveTo>
                <a:lnTo>
                  <a:pt x="6952" y="2783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28" name="object 228">
            <a:extLst>
              <a:ext uri="{FF2B5EF4-FFF2-40B4-BE49-F238E27FC236}">
                <a16:creationId xmlns:a16="http://schemas.microsoft.com/office/drawing/2014/main" xmlns="" id="{B23D3BC9-62BC-E144-B9C2-43AB6C1DB246}"/>
              </a:ext>
            </a:extLst>
          </p:cNvPr>
          <p:cNvSpPr/>
          <p:nvPr/>
        </p:nvSpPr>
        <p:spPr>
          <a:xfrm>
            <a:off x="5895975" y="2724150"/>
            <a:ext cx="6350" cy="22225"/>
          </a:xfrm>
          <a:custGeom>
            <a:avLst/>
            <a:gdLst/>
            <a:ahLst/>
            <a:cxnLst/>
            <a:rect l="l" t="t" r="r" b="b"/>
            <a:pathLst>
              <a:path w="6984" h="25400">
                <a:moveTo>
                  <a:pt x="0" y="0"/>
                </a:moveTo>
                <a:lnTo>
                  <a:pt x="6952" y="25047"/>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29" name="object 229">
            <a:extLst>
              <a:ext uri="{FF2B5EF4-FFF2-40B4-BE49-F238E27FC236}">
                <a16:creationId xmlns:a16="http://schemas.microsoft.com/office/drawing/2014/main" xmlns="" id="{334DCC71-35C0-4149-8FD7-203F878DA1BF}"/>
              </a:ext>
            </a:extLst>
          </p:cNvPr>
          <p:cNvSpPr/>
          <p:nvPr/>
        </p:nvSpPr>
        <p:spPr>
          <a:xfrm>
            <a:off x="5902325" y="2746375"/>
            <a:ext cx="4763" cy="11113"/>
          </a:xfrm>
          <a:custGeom>
            <a:avLst/>
            <a:gdLst/>
            <a:ahLst/>
            <a:cxnLst/>
            <a:rect l="l" t="t" r="r" b="b"/>
            <a:pathLst>
              <a:path w="4445" h="11430">
                <a:moveTo>
                  <a:pt x="0" y="0"/>
                </a:moveTo>
                <a:lnTo>
                  <a:pt x="4171" y="11132"/>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30" name="object 230">
            <a:extLst>
              <a:ext uri="{FF2B5EF4-FFF2-40B4-BE49-F238E27FC236}">
                <a16:creationId xmlns:a16="http://schemas.microsoft.com/office/drawing/2014/main" xmlns="" id="{19274775-1C74-6745-BBDC-12C033FE2AC2}"/>
              </a:ext>
            </a:extLst>
          </p:cNvPr>
          <p:cNvSpPr/>
          <p:nvPr/>
        </p:nvSpPr>
        <p:spPr>
          <a:xfrm>
            <a:off x="5905500" y="2757488"/>
            <a:ext cx="0" cy="0"/>
          </a:xfrm>
          <a:custGeom>
            <a:avLst/>
            <a:gdLst/>
            <a:ahLst/>
            <a:cxnLst/>
            <a:rect l="l" t="t" r="r" b="b"/>
            <a:pathLst>
              <a:path>
                <a:moveTo>
                  <a:pt x="0" y="0"/>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31" name="object 231">
            <a:extLst>
              <a:ext uri="{FF2B5EF4-FFF2-40B4-BE49-F238E27FC236}">
                <a16:creationId xmlns:a16="http://schemas.microsoft.com/office/drawing/2014/main" xmlns="" id="{74229D82-DFC5-C54F-832D-03213761BBFC}"/>
              </a:ext>
            </a:extLst>
          </p:cNvPr>
          <p:cNvSpPr/>
          <p:nvPr/>
        </p:nvSpPr>
        <p:spPr>
          <a:xfrm>
            <a:off x="5905500" y="2759075"/>
            <a:ext cx="3175" cy="0"/>
          </a:xfrm>
          <a:custGeom>
            <a:avLst/>
            <a:gdLst/>
            <a:ahLst/>
            <a:cxnLst/>
            <a:rect l="l" t="t" r="r" b="b"/>
            <a:pathLst>
              <a:path w="1904">
                <a:moveTo>
                  <a:pt x="0" y="0"/>
                </a:moveTo>
                <a:lnTo>
                  <a:pt x="139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32" name="object 232">
            <a:extLst>
              <a:ext uri="{FF2B5EF4-FFF2-40B4-BE49-F238E27FC236}">
                <a16:creationId xmlns:a16="http://schemas.microsoft.com/office/drawing/2014/main" xmlns="" id="{F9F9EBC0-5950-6B40-8A8C-F6A1513E345D}"/>
              </a:ext>
            </a:extLst>
          </p:cNvPr>
          <p:cNvSpPr/>
          <p:nvPr/>
        </p:nvSpPr>
        <p:spPr>
          <a:xfrm>
            <a:off x="5905500" y="2759075"/>
            <a:ext cx="0" cy="0"/>
          </a:xfrm>
          <a:custGeom>
            <a:avLst/>
            <a:gdLst/>
            <a:ahLst/>
            <a:cxnLst/>
            <a:rect l="l" t="t" r="r" b="b"/>
            <a:pathLst>
              <a:path>
                <a:moveTo>
                  <a:pt x="0" y="0"/>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33" name="object 233">
            <a:extLst>
              <a:ext uri="{FF2B5EF4-FFF2-40B4-BE49-F238E27FC236}">
                <a16:creationId xmlns:a16="http://schemas.microsoft.com/office/drawing/2014/main" xmlns="" id="{00471EF9-60A5-7349-9BCB-F5D3386FF47B}"/>
              </a:ext>
            </a:extLst>
          </p:cNvPr>
          <p:cNvSpPr/>
          <p:nvPr/>
        </p:nvSpPr>
        <p:spPr>
          <a:xfrm>
            <a:off x="5903913" y="2760663"/>
            <a:ext cx="1587" cy="0"/>
          </a:xfrm>
          <a:custGeom>
            <a:avLst/>
            <a:gdLst/>
            <a:ahLst/>
            <a:cxnLst/>
            <a:rect l="l" t="t" r="r" b="b"/>
            <a:pathLst>
              <a:path w="1904">
                <a:moveTo>
                  <a:pt x="1390" y="0"/>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34" name="object 234">
            <a:extLst>
              <a:ext uri="{FF2B5EF4-FFF2-40B4-BE49-F238E27FC236}">
                <a16:creationId xmlns:a16="http://schemas.microsoft.com/office/drawing/2014/main" xmlns="" id="{F14892C3-7ECD-2449-9F5B-75C3D864E00F}"/>
              </a:ext>
            </a:extLst>
          </p:cNvPr>
          <p:cNvSpPr/>
          <p:nvPr/>
        </p:nvSpPr>
        <p:spPr>
          <a:xfrm>
            <a:off x="5902325" y="2760663"/>
            <a:ext cx="0" cy="0"/>
          </a:xfrm>
          <a:custGeom>
            <a:avLst/>
            <a:gdLst/>
            <a:ahLst/>
            <a:cxnLst/>
            <a:rect l="l" t="t" r="r" b="b"/>
            <a:pathLst>
              <a:path>
                <a:moveTo>
                  <a:pt x="0" y="0"/>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35" name="object 235">
            <a:extLst>
              <a:ext uri="{FF2B5EF4-FFF2-40B4-BE49-F238E27FC236}">
                <a16:creationId xmlns:a16="http://schemas.microsoft.com/office/drawing/2014/main" xmlns="" id="{FF229219-2B3E-974B-AA36-5FE3D90D2C43}"/>
              </a:ext>
            </a:extLst>
          </p:cNvPr>
          <p:cNvSpPr/>
          <p:nvPr/>
        </p:nvSpPr>
        <p:spPr>
          <a:xfrm>
            <a:off x="5900738" y="2759075"/>
            <a:ext cx="1587" cy="0"/>
          </a:xfrm>
          <a:custGeom>
            <a:avLst/>
            <a:gdLst/>
            <a:ahLst/>
            <a:cxnLst/>
            <a:rect l="l" t="t" r="r" b="b"/>
            <a:pathLst>
              <a:path w="1904">
                <a:moveTo>
                  <a:pt x="0" y="0"/>
                </a:moveTo>
                <a:lnTo>
                  <a:pt x="139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36" name="object 236">
            <a:extLst>
              <a:ext uri="{FF2B5EF4-FFF2-40B4-BE49-F238E27FC236}">
                <a16:creationId xmlns:a16="http://schemas.microsoft.com/office/drawing/2014/main" xmlns="" id="{72580472-A439-8148-80DE-D6C690BA4669}"/>
              </a:ext>
            </a:extLst>
          </p:cNvPr>
          <p:cNvSpPr/>
          <p:nvPr/>
        </p:nvSpPr>
        <p:spPr>
          <a:xfrm>
            <a:off x="5899150" y="2751138"/>
            <a:ext cx="3175" cy="7937"/>
          </a:xfrm>
          <a:custGeom>
            <a:avLst/>
            <a:gdLst/>
            <a:ahLst/>
            <a:cxnLst/>
            <a:rect l="l" t="t" r="r" b="b"/>
            <a:pathLst>
              <a:path w="3175" h="10160">
                <a:moveTo>
                  <a:pt x="2780" y="9740"/>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37" name="object 237">
            <a:extLst>
              <a:ext uri="{FF2B5EF4-FFF2-40B4-BE49-F238E27FC236}">
                <a16:creationId xmlns:a16="http://schemas.microsoft.com/office/drawing/2014/main" xmlns="" id="{969DFC4E-5F01-214D-B532-7A3E03F97C41}"/>
              </a:ext>
            </a:extLst>
          </p:cNvPr>
          <p:cNvSpPr/>
          <p:nvPr/>
        </p:nvSpPr>
        <p:spPr>
          <a:xfrm>
            <a:off x="5892800" y="2725738"/>
            <a:ext cx="6350" cy="23812"/>
          </a:xfrm>
          <a:custGeom>
            <a:avLst/>
            <a:gdLst/>
            <a:ahLst/>
            <a:cxnLst/>
            <a:rect l="l" t="t" r="r" b="b"/>
            <a:pathLst>
              <a:path w="6984" h="27939">
                <a:moveTo>
                  <a:pt x="6952" y="27830"/>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38" name="object 238">
            <a:extLst>
              <a:ext uri="{FF2B5EF4-FFF2-40B4-BE49-F238E27FC236}">
                <a16:creationId xmlns:a16="http://schemas.microsoft.com/office/drawing/2014/main" xmlns="" id="{A66F830B-FCC2-F448-9C58-22F6122F1F66}"/>
              </a:ext>
            </a:extLst>
          </p:cNvPr>
          <p:cNvSpPr/>
          <p:nvPr/>
        </p:nvSpPr>
        <p:spPr>
          <a:xfrm>
            <a:off x="5884863" y="2698750"/>
            <a:ext cx="7937" cy="25400"/>
          </a:xfrm>
          <a:custGeom>
            <a:avLst/>
            <a:gdLst/>
            <a:ahLst/>
            <a:cxnLst/>
            <a:rect l="l" t="t" r="r" b="b"/>
            <a:pathLst>
              <a:path w="8890" h="27939">
                <a:moveTo>
                  <a:pt x="8342" y="27830"/>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39" name="object 239">
            <a:extLst>
              <a:ext uri="{FF2B5EF4-FFF2-40B4-BE49-F238E27FC236}">
                <a16:creationId xmlns:a16="http://schemas.microsoft.com/office/drawing/2014/main" xmlns="" id="{5CD382D1-DC36-D443-BB38-BED08F7E302F}"/>
              </a:ext>
            </a:extLst>
          </p:cNvPr>
          <p:cNvSpPr/>
          <p:nvPr/>
        </p:nvSpPr>
        <p:spPr>
          <a:xfrm>
            <a:off x="5883275" y="2689225"/>
            <a:ext cx="3175" cy="9525"/>
          </a:xfrm>
          <a:custGeom>
            <a:avLst/>
            <a:gdLst/>
            <a:ahLst/>
            <a:cxnLst/>
            <a:rect l="l" t="t" r="r" b="b"/>
            <a:pathLst>
              <a:path w="3175" h="10160">
                <a:moveTo>
                  <a:pt x="2780" y="9740"/>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40" name="object 240">
            <a:extLst>
              <a:ext uri="{FF2B5EF4-FFF2-40B4-BE49-F238E27FC236}">
                <a16:creationId xmlns:a16="http://schemas.microsoft.com/office/drawing/2014/main" xmlns="" id="{024F8F67-5164-164C-A197-8536ADDAC215}"/>
              </a:ext>
            </a:extLst>
          </p:cNvPr>
          <p:cNvSpPr/>
          <p:nvPr/>
        </p:nvSpPr>
        <p:spPr>
          <a:xfrm>
            <a:off x="5883275" y="2687638"/>
            <a:ext cx="0" cy="0"/>
          </a:xfrm>
          <a:custGeom>
            <a:avLst/>
            <a:gdLst/>
            <a:ahLst/>
            <a:cxnLst/>
            <a:rect l="l" t="t" r="r" b="b"/>
            <a:pathLst>
              <a:path>
                <a:moveTo>
                  <a:pt x="0" y="0"/>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41" name="object 241">
            <a:extLst>
              <a:ext uri="{FF2B5EF4-FFF2-40B4-BE49-F238E27FC236}">
                <a16:creationId xmlns:a16="http://schemas.microsoft.com/office/drawing/2014/main" xmlns="" id="{50FA16A0-B858-0145-91C2-2A8F2F12A1B6}"/>
              </a:ext>
            </a:extLst>
          </p:cNvPr>
          <p:cNvSpPr/>
          <p:nvPr/>
        </p:nvSpPr>
        <p:spPr>
          <a:xfrm>
            <a:off x="5883275" y="2687638"/>
            <a:ext cx="1588" cy="0"/>
          </a:xfrm>
          <a:custGeom>
            <a:avLst/>
            <a:gdLst/>
            <a:ahLst/>
            <a:cxnLst/>
            <a:rect l="l" t="t" r="r" b="b"/>
            <a:pathLst>
              <a:path w="1904">
                <a:moveTo>
                  <a:pt x="0" y="0"/>
                </a:moveTo>
                <a:lnTo>
                  <a:pt x="139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42" name="object 242">
            <a:extLst>
              <a:ext uri="{FF2B5EF4-FFF2-40B4-BE49-F238E27FC236}">
                <a16:creationId xmlns:a16="http://schemas.microsoft.com/office/drawing/2014/main" xmlns="" id="{AD02BE3E-4C39-7E4A-BC22-26920D23E349}"/>
              </a:ext>
            </a:extLst>
          </p:cNvPr>
          <p:cNvSpPr/>
          <p:nvPr/>
        </p:nvSpPr>
        <p:spPr>
          <a:xfrm>
            <a:off x="5884863" y="2687638"/>
            <a:ext cx="0" cy="0"/>
          </a:xfrm>
          <a:custGeom>
            <a:avLst/>
            <a:gdLst/>
            <a:ahLst/>
            <a:cxnLst/>
            <a:rect l="l" t="t" r="r" b="b"/>
            <a:pathLst>
              <a:path>
                <a:moveTo>
                  <a:pt x="0" y="0"/>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43" name="object 243">
            <a:extLst>
              <a:ext uri="{FF2B5EF4-FFF2-40B4-BE49-F238E27FC236}">
                <a16:creationId xmlns:a16="http://schemas.microsoft.com/office/drawing/2014/main" xmlns="" id="{00F9E176-16A8-EB4C-8CC3-91765EECFF55}"/>
              </a:ext>
            </a:extLst>
          </p:cNvPr>
          <p:cNvSpPr/>
          <p:nvPr/>
        </p:nvSpPr>
        <p:spPr>
          <a:xfrm>
            <a:off x="5884863" y="2686050"/>
            <a:ext cx="1587" cy="1588"/>
          </a:xfrm>
          <a:custGeom>
            <a:avLst/>
            <a:gdLst/>
            <a:ahLst/>
            <a:cxnLst/>
            <a:rect l="l" t="t" r="r" b="b"/>
            <a:pathLst>
              <a:path w="1904" h="1905">
                <a:moveTo>
                  <a:pt x="0" y="0"/>
                </a:moveTo>
                <a:lnTo>
                  <a:pt x="1390" y="1391"/>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44" name="object 244">
            <a:extLst>
              <a:ext uri="{FF2B5EF4-FFF2-40B4-BE49-F238E27FC236}">
                <a16:creationId xmlns:a16="http://schemas.microsoft.com/office/drawing/2014/main" xmlns="" id="{188F6D7E-5F37-444B-BC55-D6564FA6E39F}"/>
              </a:ext>
            </a:extLst>
          </p:cNvPr>
          <p:cNvSpPr/>
          <p:nvPr/>
        </p:nvSpPr>
        <p:spPr>
          <a:xfrm>
            <a:off x="5888038" y="2687638"/>
            <a:ext cx="1587" cy="0"/>
          </a:xfrm>
          <a:custGeom>
            <a:avLst/>
            <a:gdLst/>
            <a:ahLst/>
            <a:cxnLst/>
            <a:rect l="l" t="t" r="r" b="b"/>
            <a:pathLst>
              <a:path w="1904">
                <a:moveTo>
                  <a:pt x="0" y="0"/>
                </a:moveTo>
                <a:lnTo>
                  <a:pt x="139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45" name="object 245">
            <a:extLst>
              <a:ext uri="{FF2B5EF4-FFF2-40B4-BE49-F238E27FC236}">
                <a16:creationId xmlns:a16="http://schemas.microsoft.com/office/drawing/2014/main" xmlns="" id="{9F526F86-30D0-7C40-9284-49F1A9677DB4}"/>
              </a:ext>
            </a:extLst>
          </p:cNvPr>
          <p:cNvSpPr/>
          <p:nvPr/>
        </p:nvSpPr>
        <p:spPr>
          <a:xfrm>
            <a:off x="5888038" y="2687638"/>
            <a:ext cx="0" cy="0"/>
          </a:xfrm>
          <a:custGeom>
            <a:avLst/>
            <a:gdLst/>
            <a:ahLst/>
            <a:cxnLst/>
            <a:rect l="l" t="t" r="r" b="b"/>
            <a:pathLst>
              <a:path>
                <a:moveTo>
                  <a:pt x="0" y="0"/>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46" name="object 246">
            <a:extLst>
              <a:ext uri="{FF2B5EF4-FFF2-40B4-BE49-F238E27FC236}">
                <a16:creationId xmlns:a16="http://schemas.microsoft.com/office/drawing/2014/main" xmlns="" id="{F3C036AF-99F4-1948-A09F-4DA699D512F5}"/>
              </a:ext>
            </a:extLst>
          </p:cNvPr>
          <p:cNvSpPr/>
          <p:nvPr/>
        </p:nvSpPr>
        <p:spPr>
          <a:xfrm>
            <a:off x="5888038" y="2687638"/>
            <a:ext cx="1587" cy="0"/>
          </a:xfrm>
          <a:custGeom>
            <a:avLst/>
            <a:gdLst/>
            <a:ahLst/>
            <a:cxnLst/>
            <a:rect l="l" t="t" r="r" b="b"/>
            <a:pathLst>
              <a:path w="1904">
                <a:moveTo>
                  <a:pt x="0" y="0"/>
                </a:moveTo>
                <a:lnTo>
                  <a:pt x="139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47" name="object 247">
            <a:extLst>
              <a:ext uri="{FF2B5EF4-FFF2-40B4-BE49-F238E27FC236}">
                <a16:creationId xmlns:a16="http://schemas.microsoft.com/office/drawing/2014/main" xmlns="" id="{3A357BC7-4AD3-1449-84A3-74392C0FC537}"/>
              </a:ext>
            </a:extLst>
          </p:cNvPr>
          <p:cNvSpPr/>
          <p:nvPr/>
        </p:nvSpPr>
        <p:spPr>
          <a:xfrm>
            <a:off x="5919788" y="2798763"/>
            <a:ext cx="9525" cy="22225"/>
          </a:xfrm>
          <a:custGeom>
            <a:avLst/>
            <a:gdLst/>
            <a:ahLst/>
            <a:cxnLst/>
            <a:rect l="l" t="t" r="r" b="b"/>
            <a:pathLst>
              <a:path w="10159" h="25400">
                <a:moveTo>
                  <a:pt x="0" y="0"/>
                </a:moveTo>
                <a:lnTo>
                  <a:pt x="9733" y="25047"/>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48" name="object 248">
            <a:extLst>
              <a:ext uri="{FF2B5EF4-FFF2-40B4-BE49-F238E27FC236}">
                <a16:creationId xmlns:a16="http://schemas.microsoft.com/office/drawing/2014/main" xmlns="" id="{F289A834-4B04-7E4B-AEEB-DE3999191FAB}"/>
              </a:ext>
            </a:extLst>
          </p:cNvPr>
          <p:cNvSpPr/>
          <p:nvPr/>
        </p:nvSpPr>
        <p:spPr>
          <a:xfrm>
            <a:off x="5927725" y="2822575"/>
            <a:ext cx="11113" cy="20638"/>
          </a:xfrm>
          <a:custGeom>
            <a:avLst/>
            <a:gdLst/>
            <a:ahLst/>
            <a:cxnLst/>
            <a:rect l="l" t="t" r="r" b="b"/>
            <a:pathLst>
              <a:path w="11429" h="24130">
                <a:moveTo>
                  <a:pt x="0" y="0"/>
                </a:moveTo>
                <a:lnTo>
                  <a:pt x="11123" y="23656"/>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49" name="object 249">
            <a:extLst>
              <a:ext uri="{FF2B5EF4-FFF2-40B4-BE49-F238E27FC236}">
                <a16:creationId xmlns:a16="http://schemas.microsoft.com/office/drawing/2014/main" xmlns="" id="{24702B23-9EBE-6748-B7B8-35A056307108}"/>
              </a:ext>
            </a:extLst>
          </p:cNvPr>
          <p:cNvSpPr/>
          <p:nvPr/>
        </p:nvSpPr>
        <p:spPr>
          <a:xfrm>
            <a:off x="5938838" y="2844800"/>
            <a:ext cx="9525" cy="19050"/>
          </a:xfrm>
          <a:custGeom>
            <a:avLst/>
            <a:gdLst/>
            <a:ahLst/>
            <a:cxnLst/>
            <a:rect l="l" t="t" r="r" b="b"/>
            <a:pathLst>
              <a:path w="11429" h="22860">
                <a:moveTo>
                  <a:pt x="0" y="0"/>
                </a:moveTo>
                <a:lnTo>
                  <a:pt x="11123" y="22264"/>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50" name="object 250">
            <a:extLst>
              <a:ext uri="{FF2B5EF4-FFF2-40B4-BE49-F238E27FC236}">
                <a16:creationId xmlns:a16="http://schemas.microsoft.com/office/drawing/2014/main" xmlns="" id="{D6A12179-1338-F148-8D96-CD57EE9DB4AE}"/>
              </a:ext>
            </a:extLst>
          </p:cNvPr>
          <p:cNvSpPr/>
          <p:nvPr/>
        </p:nvSpPr>
        <p:spPr>
          <a:xfrm>
            <a:off x="5948363" y="2865438"/>
            <a:ext cx="0" cy="1587"/>
          </a:xfrm>
          <a:custGeom>
            <a:avLst/>
            <a:gdLst/>
            <a:ahLst/>
            <a:cxnLst/>
            <a:rect l="l" t="t" r="r" b="b"/>
            <a:pathLst>
              <a:path h="1905">
                <a:moveTo>
                  <a:pt x="-695" y="695"/>
                </a:moveTo>
                <a:lnTo>
                  <a:pt x="695" y="695"/>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51" name="object 251">
            <a:extLst>
              <a:ext uri="{FF2B5EF4-FFF2-40B4-BE49-F238E27FC236}">
                <a16:creationId xmlns:a16="http://schemas.microsoft.com/office/drawing/2014/main" xmlns="" id="{1BF9A5A5-E0ED-DB4D-A7D7-1CD496F97ECE}"/>
              </a:ext>
            </a:extLst>
          </p:cNvPr>
          <p:cNvSpPr/>
          <p:nvPr/>
        </p:nvSpPr>
        <p:spPr>
          <a:xfrm>
            <a:off x="5948363" y="2867025"/>
            <a:ext cx="0" cy="0"/>
          </a:xfrm>
          <a:custGeom>
            <a:avLst/>
            <a:gdLst/>
            <a:ahLst/>
            <a:cxnLst/>
            <a:rect l="l" t="t" r="r" b="b"/>
            <a:pathLst>
              <a:path>
                <a:moveTo>
                  <a:pt x="0" y="0"/>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52" name="object 252">
            <a:extLst>
              <a:ext uri="{FF2B5EF4-FFF2-40B4-BE49-F238E27FC236}">
                <a16:creationId xmlns:a16="http://schemas.microsoft.com/office/drawing/2014/main" xmlns="" id="{E20F9146-706B-914E-96A3-DA4696E73E7E}"/>
              </a:ext>
            </a:extLst>
          </p:cNvPr>
          <p:cNvSpPr/>
          <p:nvPr/>
        </p:nvSpPr>
        <p:spPr>
          <a:xfrm>
            <a:off x="5948363" y="2868613"/>
            <a:ext cx="0" cy="0"/>
          </a:xfrm>
          <a:custGeom>
            <a:avLst/>
            <a:gdLst/>
            <a:ahLst/>
            <a:cxnLst/>
            <a:rect l="l" t="t" r="r" b="b"/>
            <a:pathLst>
              <a:path>
                <a:moveTo>
                  <a:pt x="0" y="0"/>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53" name="object 253">
            <a:extLst>
              <a:ext uri="{FF2B5EF4-FFF2-40B4-BE49-F238E27FC236}">
                <a16:creationId xmlns:a16="http://schemas.microsoft.com/office/drawing/2014/main" xmlns="" id="{2BFF4C71-DD12-D241-9994-D957BF989217}"/>
              </a:ext>
            </a:extLst>
          </p:cNvPr>
          <p:cNvSpPr/>
          <p:nvPr/>
        </p:nvSpPr>
        <p:spPr>
          <a:xfrm>
            <a:off x="5946775" y="2870200"/>
            <a:ext cx="0" cy="0"/>
          </a:xfrm>
          <a:custGeom>
            <a:avLst/>
            <a:gdLst/>
            <a:ahLst/>
            <a:cxnLst/>
            <a:rect l="l" t="t" r="r" b="b"/>
            <a:pathLst>
              <a:path>
                <a:moveTo>
                  <a:pt x="0" y="0"/>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54" name="object 254">
            <a:extLst>
              <a:ext uri="{FF2B5EF4-FFF2-40B4-BE49-F238E27FC236}">
                <a16:creationId xmlns:a16="http://schemas.microsoft.com/office/drawing/2014/main" xmlns="" id="{4133AC76-9C9B-A046-BE75-8A4EC5528A9A}"/>
              </a:ext>
            </a:extLst>
          </p:cNvPr>
          <p:cNvSpPr/>
          <p:nvPr/>
        </p:nvSpPr>
        <p:spPr>
          <a:xfrm>
            <a:off x="5945188" y="2870200"/>
            <a:ext cx="1587" cy="0"/>
          </a:xfrm>
          <a:custGeom>
            <a:avLst/>
            <a:gdLst/>
            <a:ahLst/>
            <a:cxnLst/>
            <a:rect l="l" t="t" r="r" b="b"/>
            <a:pathLst>
              <a:path w="1904">
                <a:moveTo>
                  <a:pt x="0" y="0"/>
                </a:moveTo>
                <a:lnTo>
                  <a:pt x="139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55" name="object 255">
            <a:extLst>
              <a:ext uri="{FF2B5EF4-FFF2-40B4-BE49-F238E27FC236}">
                <a16:creationId xmlns:a16="http://schemas.microsoft.com/office/drawing/2014/main" xmlns="" id="{692476A8-CCBF-AF47-9210-DB688028854C}"/>
              </a:ext>
            </a:extLst>
          </p:cNvPr>
          <p:cNvSpPr/>
          <p:nvPr/>
        </p:nvSpPr>
        <p:spPr>
          <a:xfrm>
            <a:off x="5945188" y="2870200"/>
            <a:ext cx="0" cy="0"/>
          </a:xfrm>
          <a:custGeom>
            <a:avLst/>
            <a:gdLst/>
            <a:ahLst/>
            <a:cxnLst/>
            <a:rect l="l" t="t" r="r" b="b"/>
            <a:pathLst>
              <a:path>
                <a:moveTo>
                  <a:pt x="0" y="0"/>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56" name="object 256">
            <a:extLst>
              <a:ext uri="{FF2B5EF4-FFF2-40B4-BE49-F238E27FC236}">
                <a16:creationId xmlns:a16="http://schemas.microsoft.com/office/drawing/2014/main" xmlns="" id="{57698973-68C2-3F40-86F8-68354F21886B}"/>
              </a:ext>
            </a:extLst>
          </p:cNvPr>
          <p:cNvSpPr/>
          <p:nvPr/>
        </p:nvSpPr>
        <p:spPr>
          <a:xfrm>
            <a:off x="5934075" y="2849563"/>
            <a:ext cx="11113" cy="19050"/>
          </a:xfrm>
          <a:custGeom>
            <a:avLst/>
            <a:gdLst/>
            <a:ahLst/>
            <a:cxnLst/>
            <a:rect l="l" t="t" r="r" b="b"/>
            <a:pathLst>
              <a:path w="11429" h="22860">
                <a:moveTo>
                  <a:pt x="11123" y="22264"/>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57" name="object 257">
            <a:extLst>
              <a:ext uri="{FF2B5EF4-FFF2-40B4-BE49-F238E27FC236}">
                <a16:creationId xmlns:a16="http://schemas.microsoft.com/office/drawing/2014/main" xmlns="" id="{F1BAF74D-C59E-E34A-9D20-1501F37A02AA}"/>
              </a:ext>
            </a:extLst>
          </p:cNvPr>
          <p:cNvSpPr/>
          <p:nvPr/>
        </p:nvSpPr>
        <p:spPr>
          <a:xfrm>
            <a:off x="5924550" y="2824163"/>
            <a:ext cx="9525" cy="23812"/>
          </a:xfrm>
          <a:custGeom>
            <a:avLst/>
            <a:gdLst/>
            <a:ahLst/>
            <a:cxnLst/>
            <a:rect l="l" t="t" r="r" b="b"/>
            <a:pathLst>
              <a:path w="10159" h="26669">
                <a:moveTo>
                  <a:pt x="9733" y="26439"/>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58" name="object 258">
            <a:extLst>
              <a:ext uri="{FF2B5EF4-FFF2-40B4-BE49-F238E27FC236}">
                <a16:creationId xmlns:a16="http://schemas.microsoft.com/office/drawing/2014/main" xmlns="" id="{BB329C55-FD5E-064F-BCFF-F6BB5061A31D}"/>
              </a:ext>
            </a:extLst>
          </p:cNvPr>
          <p:cNvSpPr/>
          <p:nvPr/>
        </p:nvSpPr>
        <p:spPr>
          <a:xfrm>
            <a:off x="5915025" y="2800350"/>
            <a:ext cx="9525" cy="23813"/>
          </a:xfrm>
          <a:custGeom>
            <a:avLst/>
            <a:gdLst/>
            <a:ahLst/>
            <a:cxnLst/>
            <a:rect l="l" t="t" r="r" b="b"/>
            <a:pathLst>
              <a:path w="11429" h="25400">
                <a:moveTo>
                  <a:pt x="11123" y="25047"/>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59" name="object 259">
            <a:extLst>
              <a:ext uri="{FF2B5EF4-FFF2-40B4-BE49-F238E27FC236}">
                <a16:creationId xmlns:a16="http://schemas.microsoft.com/office/drawing/2014/main" xmlns="" id="{B2FF3EC0-8B1D-0542-9930-739329A7354C}"/>
              </a:ext>
            </a:extLst>
          </p:cNvPr>
          <p:cNvSpPr/>
          <p:nvPr/>
        </p:nvSpPr>
        <p:spPr>
          <a:xfrm>
            <a:off x="5915025" y="2800350"/>
            <a:ext cx="0" cy="0"/>
          </a:xfrm>
          <a:custGeom>
            <a:avLst/>
            <a:gdLst/>
            <a:ahLst/>
            <a:cxnLst/>
            <a:rect l="l" t="t" r="r" b="b"/>
            <a:pathLst>
              <a:path>
                <a:moveTo>
                  <a:pt x="0" y="0"/>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60" name="object 260">
            <a:extLst>
              <a:ext uri="{FF2B5EF4-FFF2-40B4-BE49-F238E27FC236}">
                <a16:creationId xmlns:a16="http://schemas.microsoft.com/office/drawing/2014/main" xmlns="" id="{1BC11C9B-5115-1941-8B77-94C4D46759A2}"/>
              </a:ext>
            </a:extLst>
          </p:cNvPr>
          <p:cNvSpPr/>
          <p:nvPr/>
        </p:nvSpPr>
        <p:spPr>
          <a:xfrm>
            <a:off x="5915025" y="2798763"/>
            <a:ext cx="0" cy="0"/>
          </a:xfrm>
          <a:custGeom>
            <a:avLst/>
            <a:gdLst/>
            <a:ahLst/>
            <a:cxnLst/>
            <a:rect l="l" t="t" r="r" b="b"/>
            <a:pathLst>
              <a:path>
                <a:moveTo>
                  <a:pt x="0" y="0"/>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61" name="object 261">
            <a:extLst>
              <a:ext uri="{FF2B5EF4-FFF2-40B4-BE49-F238E27FC236}">
                <a16:creationId xmlns:a16="http://schemas.microsoft.com/office/drawing/2014/main" xmlns="" id="{79A1C8FB-F0D3-BF40-A0F9-83A64B92EB40}"/>
              </a:ext>
            </a:extLst>
          </p:cNvPr>
          <p:cNvSpPr/>
          <p:nvPr/>
        </p:nvSpPr>
        <p:spPr>
          <a:xfrm>
            <a:off x="5916613" y="2798763"/>
            <a:ext cx="0" cy="0"/>
          </a:xfrm>
          <a:custGeom>
            <a:avLst/>
            <a:gdLst/>
            <a:ahLst/>
            <a:cxnLst/>
            <a:rect l="l" t="t" r="r" b="b"/>
            <a:pathLst>
              <a:path>
                <a:moveTo>
                  <a:pt x="0" y="0"/>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62" name="object 262">
            <a:extLst>
              <a:ext uri="{FF2B5EF4-FFF2-40B4-BE49-F238E27FC236}">
                <a16:creationId xmlns:a16="http://schemas.microsoft.com/office/drawing/2014/main" xmlns="" id="{DB6EDB6B-E36E-7144-A144-5ED509398FA1}"/>
              </a:ext>
            </a:extLst>
          </p:cNvPr>
          <p:cNvSpPr/>
          <p:nvPr/>
        </p:nvSpPr>
        <p:spPr>
          <a:xfrm>
            <a:off x="5916613" y="2797175"/>
            <a:ext cx="1587" cy="0"/>
          </a:xfrm>
          <a:custGeom>
            <a:avLst/>
            <a:gdLst/>
            <a:ahLst/>
            <a:cxnLst/>
            <a:rect l="l" t="t" r="r" b="b"/>
            <a:pathLst>
              <a:path w="1904">
                <a:moveTo>
                  <a:pt x="0" y="0"/>
                </a:moveTo>
                <a:lnTo>
                  <a:pt x="139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63" name="object 263">
            <a:extLst>
              <a:ext uri="{FF2B5EF4-FFF2-40B4-BE49-F238E27FC236}">
                <a16:creationId xmlns:a16="http://schemas.microsoft.com/office/drawing/2014/main" xmlns="" id="{CB5E248E-3E3E-9542-A4B4-413015A6D4C3}"/>
              </a:ext>
            </a:extLst>
          </p:cNvPr>
          <p:cNvSpPr/>
          <p:nvPr/>
        </p:nvSpPr>
        <p:spPr>
          <a:xfrm>
            <a:off x="5918200" y="2797175"/>
            <a:ext cx="1588" cy="0"/>
          </a:xfrm>
          <a:custGeom>
            <a:avLst/>
            <a:gdLst/>
            <a:ahLst/>
            <a:cxnLst/>
            <a:rect l="l" t="t" r="r" b="b"/>
            <a:pathLst>
              <a:path w="1904">
                <a:moveTo>
                  <a:pt x="0" y="0"/>
                </a:moveTo>
                <a:lnTo>
                  <a:pt x="139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64" name="object 264">
            <a:extLst>
              <a:ext uri="{FF2B5EF4-FFF2-40B4-BE49-F238E27FC236}">
                <a16:creationId xmlns:a16="http://schemas.microsoft.com/office/drawing/2014/main" xmlns="" id="{8E6608BD-C0E2-D04F-B936-77D4CA4CD935}"/>
              </a:ext>
            </a:extLst>
          </p:cNvPr>
          <p:cNvSpPr/>
          <p:nvPr/>
        </p:nvSpPr>
        <p:spPr>
          <a:xfrm>
            <a:off x="5918200" y="2797175"/>
            <a:ext cx="0" cy="0"/>
          </a:xfrm>
          <a:custGeom>
            <a:avLst/>
            <a:gdLst/>
            <a:ahLst/>
            <a:cxnLst/>
            <a:rect l="l" t="t" r="r" b="b"/>
            <a:pathLst>
              <a:path>
                <a:moveTo>
                  <a:pt x="0" y="0"/>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65" name="object 265">
            <a:extLst>
              <a:ext uri="{FF2B5EF4-FFF2-40B4-BE49-F238E27FC236}">
                <a16:creationId xmlns:a16="http://schemas.microsoft.com/office/drawing/2014/main" xmlns="" id="{E5B0892D-4166-A34B-8E9C-E7919D2C99BA}"/>
              </a:ext>
            </a:extLst>
          </p:cNvPr>
          <p:cNvSpPr/>
          <p:nvPr/>
        </p:nvSpPr>
        <p:spPr>
          <a:xfrm>
            <a:off x="5919788" y="2798763"/>
            <a:ext cx="1587" cy="0"/>
          </a:xfrm>
          <a:custGeom>
            <a:avLst/>
            <a:gdLst/>
            <a:ahLst/>
            <a:cxnLst/>
            <a:rect l="l" t="t" r="r" b="b"/>
            <a:pathLst>
              <a:path w="1904">
                <a:moveTo>
                  <a:pt x="0" y="0"/>
                </a:moveTo>
                <a:lnTo>
                  <a:pt x="139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66" name="object 266">
            <a:extLst>
              <a:ext uri="{FF2B5EF4-FFF2-40B4-BE49-F238E27FC236}">
                <a16:creationId xmlns:a16="http://schemas.microsoft.com/office/drawing/2014/main" xmlns="" id="{272948D1-4CBC-0F41-9026-021808B844FC}"/>
              </a:ext>
            </a:extLst>
          </p:cNvPr>
          <p:cNvSpPr/>
          <p:nvPr/>
        </p:nvSpPr>
        <p:spPr>
          <a:xfrm>
            <a:off x="5919788" y="2798763"/>
            <a:ext cx="1587" cy="0"/>
          </a:xfrm>
          <a:custGeom>
            <a:avLst/>
            <a:gdLst/>
            <a:ahLst/>
            <a:cxnLst/>
            <a:rect l="l" t="t" r="r" b="b"/>
            <a:pathLst>
              <a:path w="1904">
                <a:moveTo>
                  <a:pt x="0" y="0"/>
                </a:moveTo>
                <a:lnTo>
                  <a:pt x="139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67" name="object 267">
            <a:extLst>
              <a:ext uri="{FF2B5EF4-FFF2-40B4-BE49-F238E27FC236}">
                <a16:creationId xmlns:a16="http://schemas.microsoft.com/office/drawing/2014/main" xmlns="" id="{C63CE234-72AA-8840-89A0-5E9B642A4ADD}"/>
              </a:ext>
            </a:extLst>
          </p:cNvPr>
          <p:cNvSpPr/>
          <p:nvPr/>
        </p:nvSpPr>
        <p:spPr>
          <a:xfrm>
            <a:off x="5967413" y="2905125"/>
            <a:ext cx="4762" cy="6350"/>
          </a:xfrm>
          <a:custGeom>
            <a:avLst/>
            <a:gdLst/>
            <a:ahLst/>
            <a:cxnLst/>
            <a:rect l="l" t="t" r="r" b="b"/>
            <a:pathLst>
              <a:path w="4445" h="6985">
                <a:moveTo>
                  <a:pt x="0" y="0"/>
                </a:moveTo>
                <a:lnTo>
                  <a:pt x="4171" y="6957"/>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68" name="object 268">
            <a:extLst>
              <a:ext uri="{FF2B5EF4-FFF2-40B4-BE49-F238E27FC236}">
                <a16:creationId xmlns:a16="http://schemas.microsoft.com/office/drawing/2014/main" xmlns="" id="{543D27B3-A617-2246-9947-CA3A6890FBF9}"/>
              </a:ext>
            </a:extLst>
          </p:cNvPr>
          <p:cNvSpPr/>
          <p:nvPr/>
        </p:nvSpPr>
        <p:spPr>
          <a:xfrm>
            <a:off x="5970588" y="2913063"/>
            <a:ext cx="11112" cy="20637"/>
          </a:xfrm>
          <a:custGeom>
            <a:avLst/>
            <a:gdLst/>
            <a:ahLst/>
            <a:cxnLst/>
            <a:rect l="l" t="t" r="r" b="b"/>
            <a:pathLst>
              <a:path w="12700" h="22860">
                <a:moveTo>
                  <a:pt x="0" y="0"/>
                </a:moveTo>
                <a:lnTo>
                  <a:pt x="12513" y="22264"/>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69" name="object 269">
            <a:extLst>
              <a:ext uri="{FF2B5EF4-FFF2-40B4-BE49-F238E27FC236}">
                <a16:creationId xmlns:a16="http://schemas.microsoft.com/office/drawing/2014/main" xmlns="" id="{E70CD79A-E6B6-D647-8D4D-CA13C986B9F2}"/>
              </a:ext>
            </a:extLst>
          </p:cNvPr>
          <p:cNvSpPr/>
          <p:nvPr/>
        </p:nvSpPr>
        <p:spPr>
          <a:xfrm>
            <a:off x="5983288" y="2933700"/>
            <a:ext cx="12700" cy="19050"/>
          </a:xfrm>
          <a:custGeom>
            <a:avLst/>
            <a:gdLst/>
            <a:ahLst/>
            <a:cxnLst/>
            <a:rect l="l" t="t" r="r" b="b"/>
            <a:pathLst>
              <a:path w="13970" h="20954">
                <a:moveTo>
                  <a:pt x="0" y="0"/>
                </a:moveTo>
                <a:lnTo>
                  <a:pt x="13904" y="20873"/>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70" name="object 270">
            <a:extLst>
              <a:ext uri="{FF2B5EF4-FFF2-40B4-BE49-F238E27FC236}">
                <a16:creationId xmlns:a16="http://schemas.microsoft.com/office/drawing/2014/main" xmlns="" id="{23D79984-3AA6-3446-AB71-86471DCD039E}"/>
              </a:ext>
            </a:extLst>
          </p:cNvPr>
          <p:cNvSpPr/>
          <p:nvPr/>
        </p:nvSpPr>
        <p:spPr>
          <a:xfrm>
            <a:off x="5997575" y="2952750"/>
            <a:ext cx="7938" cy="12700"/>
          </a:xfrm>
          <a:custGeom>
            <a:avLst/>
            <a:gdLst/>
            <a:ahLst/>
            <a:cxnLst/>
            <a:rect l="l" t="t" r="r" b="b"/>
            <a:pathLst>
              <a:path w="8890" h="13970">
                <a:moveTo>
                  <a:pt x="0" y="0"/>
                </a:moveTo>
                <a:lnTo>
                  <a:pt x="8342" y="13915"/>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71" name="object 271">
            <a:extLst>
              <a:ext uri="{FF2B5EF4-FFF2-40B4-BE49-F238E27FC236}">
                <a16:creationId xmlns:a16="http://schemas.microsoft.com/office/drawing/2014/main" xmlns="" id="{BC0AE398-7421-6944-9505-D624241052D8}"/>
              </a:ext>
            </a:extLst>
          </p:cNvPr>
          <p:cNvSpPr/>
          <p:nvPr/>
        </p:nvSpPr>
        <p:spPr>
          <a:xfrm>
            <a:off x="6005513" y="2967038"/>
            <a:ext cx="1587" cy="0"/>
          </a:xfrm>
          <a:custGeom>
            <a:avLst/>
            <a:gdLst/>
            <a:ahLst/>
            <a:cxnLst/>
            <a:rect l="l" t="t" r="r" b="b"/>
            <a:pathLst>
              <a:path w="1904">
                <a:moveTo>
                  <a:pt x="0" y="0"/>
                </a:moveTo>
                <a:lnTo>
                  <a:pt x="139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72" name="object 272">
            <a:extLst>
              <a:ext uri="{FF2B5EF4-FFF2-40B4-BE49-F238E27FC236}">
                <a16:creationId xmlns:a16="http://schemas.microsoft.com/office/drawing/2014/main" xmlns="" id="{98FCD52C-13EA-F44F-B31D-B200121F05B4}"/>
              </a:ext>
            </a:extLst>
          </p:cNvPr>
          <p:cNvSpPr/>
          <p:nvPr/>
        </p:nvSpPr>
        <p:spPr>
          <a:xfrm>
            <a:off x="6005513" y="2967038"/>
            <a:ext cx="0" cy="0"/>
          </a:xfrm>
          <a:custGeom>
            <a:avLst/>
            <a:gdLst/>
            <a:ahLst/>
            <a:cxnLst/>
            <a:rect l="l" t="t" r="r" b="b"/>
            <a:pathLst>
              <a:path>
                <a:moveTo>
                  <a:pt x="0" y="0"/>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73" name="object 273">
            <a:extLst>
              <a:ext uri="{FF2B5EF4-FFF2-40B4-BE49-F238E27FC236}">
                <a16:creationId xmlns:a16="http://schemas.microsoft.com/office/drawing/2014/main" xmlns="" id="{C7965BD1-747D-0947-BD1C-ECCA9150B305}"/>
              </a:ext>
            </a:extLst>
          </p:cNvPr>
          <p:cNvSpPr/>
          <p:nvPr/>
        </p:nvSpPr>
        <p:spPr>
          <a:xfrm>
            <a:off x="6003925" y="2968625"/>
            <a:ext cx="1588" cy="1588"/>
          </a:xfrm>
          <a:custGeom>
            <a:avLst/>
            <a:gdLst/>
            <a:ahLst/>
            <a:cxnLst/>
            <a:rect l="l" t="t" r="r" b="b"/>
            <a:pathLst>
              <a:path w="1904" h="1904">
                <a:moveTo>
                  <a:pt x="1390" y="0"/>
                </a:moveTo>
                <a:lnTo>
                  <a:pt x="0" y="1391"/>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74" name="object 274">
            <a:extLst>
              <a:ext uri="{FF2B5EF4-FFF2-40B4-BE49-F238E27FC236}">
                <a16:creationId xmlns:a16="http://schemas.microsoft.com/office/drawing/2014/main" xmlns="" id="{711644E9-1A29-DE49-AABB-814EA8C92DE1}"/>
              </a:ext>
            </a:extLst>
          </p:cNvPr>
          <p:cNvSpPr/>
          <p:nvPr/>
        </p:nvSpPr>
        <p:spPr>
          <a:xfrm>
            <a:off x="6003925" y="2970213"/>
            <a:ext cx="1588" cy="0"/>
          </a:xfrm>
          <a:custGeom>
            <a:avLst/>
            <a:gdLst/>
            <a:ahLst/>
            <a:cxnLst/>
            <a:rect l="l" t="t" r="r" b="b"/>
            <a:pathLst>
              <a:path w="1904">
                <a:moveTo>
                  <a:pt x="0" y="0"/>
                </a:moveTo>
                <a:lnTo>
                  <a:pt x="139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75" name="object 275">
            <a:extLst>
              <a:ext uri="{FF2B5EF4-FFF2-40B4-BE49-F238E27FC236}">
                <a16:creationId xmlns:a16="http://schemas.microsoft.com/office/drawing/2014/main" xmlns="" id="{15FB8427-BD39-2548-990B-F25FD5917B60}"/>
              </a:ext>
            </a:extLst>
          </p:cNvPr>
          <p:cNvSpPr/>
          <p:nvPr/>
        </p:nvSpPr>
        <p:spPr>
          <a:xfrm>
            <a:off x="6003925" y="2970213"/>
            <a:ext cx="0" cy="0"/>
          </a:xfrm>
          <a:custGeom>
            <a:avLst/>
            <a:gdLst/>
            <a:ahLst/>
            <a:cxnLst/>
            <a:rect l="l" t="t" r="r" b="b"/>
            <a:pathLst>
              <a:path>
                <a:moveTo>
                  <a:pt x="0" y="0"/>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76" name="object 276">
            <a:extLst>
              <a:ext uri="{FF2B5EF4-FFF2-40B4-BE49-F238E27FC236}">
                <a16:creationId xmlns:a16="http://schemas.microsoft.com/office/drawing/2014/main" xmlns="" id="{0D9FFEDD-99FF-F64D-8334-98247230F135}"/>
              </a:ext>
            </a:extLst>
          </p:cNvPr>
          <p:cNvSpPr/>
          <p:nvPr/>
        </p:nvSpPr>
        <p:spPr>
          <a:xfrm>
            <a:off x="6002338" y="2968625"/>
            <a:ext cx="1587" cy="3175"/>
          </a:xfrm>
          <a:custGeom>
            <a:avLst/>
            <a:gdLst/>
            <a:ahLst/>
            <a:cxnLst/>
            <a:rect l="l" t="t" r="r" b="b"/>
            <a:pathLst>
              <a:path w="1904" h="1904">
                <a:moveTo>
                  <a:pt x="1390" y="1391"/>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77" name="object 277">
            <a:extLst>
              <a:ext uri="{FF2B5EF4-FFF2-40B4-BE49-F238E27FC236}">
                <a16:creationId xmlns:a16="http://schemas.microsoft.com/office/drawing/2014/main" xmlns="" id="{CC3486C5-E582-2A4F-847B-0ECD31E96E0A}"/>
              </a:ext>
            </a:extLst>
          </p:cNvPr>
          <p:cNvSpPr/>
          <p:nvPr/>
        </p:nvSpPr>
        <p:spPr>
          <a:xfrm>
            <a:off x="5992813" y="2957513"/>
            <a:ext cx="7937" cy="11112"/>
          </a:xfrm>
          <a:custGeom>
            <a:avLst/>
            <a:gdLst/>
            <a:ahLst/>
            <a:cxnLst/>
            <a:rect l="l" t="t" r="r" b="b"/>
            <a:pathLst>
              <a:path w="8890" h="12700">
                <a:moveTo>
                  <a:pt x="8342" y="12523"/>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78" name="object 278">
            <a:extLst>
              <a:ext uri="{FF2B5EF4-FFF2-40B4-BE49-F238E27FC236}">
                <a16:creationId xmlns:a16="http://schemas.microsoft.com/office/drawing/2014/main" xmlns="" id="{EA0EC5EF-35E9-8C4A-A55D-A01CC245E497}"/>
              </a:ext>
            </a:extLst>
          </p:cNvPr>
          <p:cNvSpPr/>
          <p:nvPr/>
        </p:nvSpPr>
        <p:spPr>
          <a:xfrm>
            <a:off x="5981700" y="2936875"/>
            <a:ext cx="11113" cy="19050"/>
          </a:xfrm>
          <a:custGeom>
            <a:avLst/>
            <a:gdLst/>
            <a:ahLst/>
            <a:cxnLst/>
            <a:rect l="l" t="t" r="r" b="b"/>
            <a:pathLst>
              <a:path w="12700" h="22860">
                <a:moveTo>
                  <a:pt x="12513" y="22264"/>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79" name="object 279">
            <a:extLst>
              <a:ext uri="{FF2B5EF4-FFF2-40B4-BE49-F238E27FC236}">
                <a16:creationId xmlns:a16="http://schemas.microsoft.com/office/drawing/2014/main" xmlns="" id="{AC8AA6F0-3A75-5840-9949-AC80633EF35B}"/>
              </a:ext>
            </a:extLst>
          </p:cNvPr>
          <p:cNvSpPr/>
          <p:nvPr/>
        </p:nvSpPr>
        <p:spPr>
          <a:xfrm>
            <a:off x="5967413" y="2914650"/>
            <a:ext cx="12700" cy="20638"/>
          </a:xfrm>
          <a:custGeom>
            <a:avLst/>
            <a:gdLst/>
            <a:ahLst/>
            <a:cxnLst/>
            <a:rect l="l" t="t" r="r" b="b"/>
            <a:pathLst>
              <a:path w="13970" h="22860">
                <a:moveTo>
                  <a:pt x="13904" y="22264"/>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80" name="object 280">
            <a:extLst>
              <a:ext uri="{FF2B5EF4-FFF2-40B4-BE49-F238E27FC236}">
                <a16:creationId xmlns:a16="http://schemas.microsoft.com/office/drawing/2014/main" xmlns="" id="{72A9C6BE-8BF4-784E-AEE9-61BE71A21B67}"/>
              </a:ext>
            </a:extLst>
          </p:cNvPr>
          <p:cNvSpPr/>
          <p:nvPr/>
        </p:nvSpPr>
        <p:spPr>
          <a:xfrm>
            <a:off x="5964238" y="2909888"/>
            <a:ext cx="3175" cy="4762"/>
          </a:xfrm>
          <a:custGeom>
            <a:avLst/>
            <a:gdLst/>
            <a:ahLst/>
            <a:cxnLst/>
            <a:rect l="l" t="t" r="r" b="b"/>
            <a:pathLst>
              <a:path w="3175" h="5714">
                <a:moveTo>
                  <a:pt x="2780" y="5566"/>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81" name="object 281">
            <a:extLst>
              <a:ext uri="{FF2B5EF4-FFF2-40B4-BE49-F238E27FC236}">
                <a16:creationId xmlns:a16="http://schemas.microsoft.com/office/drawing/2014/main" xmlns="" id="{313CCB99-B96D-B649-A9B9-1AFAB08D3D52}"/>
              </a:ext>
            </a:extLst>
          </p:cNvPr>
          <p:cNvSpPr/>
          <p:nvPr/>
        </p:nvSpPr>
        <p:spPr>
          <a:xfrm>
            <a:off x="5964238" y="2908300"/>
            <a:ext cx="0" cy="0"/>
          </a:xfrm>
          <a:custGeom>
            <a:avLst/>
            <a:gdLst/>
            <a:ahLst/>
            <a:cxnLst/>
            <a:rect l="l" t="t" r="r" b="b"/>
            <a:pathLst>
              <a:path>
                <a:moveTo>
                  <a:pt x="0" y="0"/>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82" name="object 282">
            <a:extLst>
              <a:ext uri="{FF2B5EF4-FFF2-40B4-BE49-F238E27FC236}">
                <a16:creationId xmlns:a16="http://schemas.microsoft.com/office/drawing/2014/main" xmlns="" id="{6DD38DE7-78F4-5E42-AB04-EE52ED140C65}"/>
              </a:ext>
            </a:extLst>
          </p:cNvPr>
          <p:cNvSpPr/>
          <p:nvPr/>
        </p:nvSpPr>
        <p:spPr>
          <a:xfrm>
            <a:off x="5964238" y="2906713"/>
            <a:ext cx="0" cy="0"/>
          </a:xfrm>
          <a:custGeom>
            <a:avLst/>
            <a:gdLst/>
            <a:ahLst/>
            <a:cxnLst/>
            <a:rect l="l" t="t" r="r" b="b"/>
            <a:pathLst>
              <a:path>
                <a:moveTo>
                  <a:pt x="0" y="0"/>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83" name="object 283">
            <a:extLst>
              <a:ext uri="{FF2B5EF4-FFF2-40B4-BE49-F238E27FC236}">
                <a16:creationId xmlns:a16="http://schemas.microsoft.com/office/drawing/2014/main" xmlns="" id="{EB48799E-1A91-F743-BC1A-54AB5D5C9B93}"/>
              </a:ext>
            </a:extLst>
          </p:cNvPr>
          <p:cNvSpPr/>
          <p:nvPr/>
        </p:nvSpPr>
        <p:spPr>
          <a:xfrm>
            <a:off x="5964238" y="2903538"/>
            <a:ext cx="1587" cy="3175"/>
          </a:xfrm>
          <a:custGeom>
            <a:avLst/>
            <a:gdLst/>
            <a:ahLst/>
            <a:cxnLst/>
            <a:rect l="l" t="t" r="r" b="b"/>
            <a:pathLst>
              <a:path w="1904" h="1904">
                <a:moveTo>
                  <a:pt x="0" y="1391"/>
                </a:moveTo>
                <a:lnTo>
                  <a:pt x="139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84" name="object 284">
            <a:extLst>
              <a:ext uri="{FF2B5EF4-FFF2-40B4-BE49-F238E27FC236}">
                <a16:creationId xmlns:a16="http://schemas.microsoft.com/office/drawing/2014/main" xmlns="" id="{09E0E3B6-D72B-064B-B871-9DFAC9FBE795}"/>
              </a:ext>
            </a:extLst>
          </p:cNvPr>
          <p:cNvSpPr/>
          <p:nvPr/>
        </p:nvSpPr>
        <p:spPr>
          <a:xfrm>
            <a:off x="5965825" y="2903538"/>
            <a:ext cx="0" cy="0"/>
          </a:xfrm>
          <a:custGeom>
            <a:avLst/>
            <a:gdLst/>
            <a:ahLst/>
            <a:cxnLst/>
            <a:rect l="l" t="t" r="r" b="b"/>
            <a:pathLst>
              <a:path>
                <a:moveTo>
                  <a:pt x="0" y="0"/>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85" name="object 285">
            <a:extLst>
              <a:ext uri="{FF2B5EF4-FFF2-40B4-BE49-F238E27FC236}">
                <a16:creationId xmlns:a16="http://schemas.microsoft.com/office/drawing/2014/main" xmlns="" id="{872855B8-4AE0-BA49-9BE9-51FF7DDAFEE3}"/>
              </a:ext>
            </a:extLst>
          </p:cNvPr>
          <p:cNvSpPr/>
          <p:nvPr/>
        </p:nvSpPr>
        <p:spPr>
          <a:xfrm>
            <a:off x="5965825" y="2903538"/>
            <a:ext cx="1588" cy="1587"/>
          </a:xfrm>
          <a:custGeom>
            <a:avLst/>
            <a:gdLst/>
            <a:ahLst/>
            <a:cxnLst/>
            <a:rect l="l" t="t" r="r" b="b"/>
            <a:pathLst>
              <a:path w="1904" h="1904">
                <a:moveTo>
                  <a:pt x="0" y="0"/>
                </a:moveTo>
                <a:lnTo>
                  <a:pt x="1390" y="1391"/>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86" name="object 286">
            <a:extLst>
              <a:ext uri="{FF2B5EF4-FFF2-40B4-BE49-F238E27FC236}">
                <a16:creationId xmlns:a16="http://schemas.microsoft.com/office/drawing/2014/main" xmlns="" id="{E3E95BB2-E073-B445-8A71-4C2443E44EDE}"/>
              </a:ext>
            </a:extLst>
          </p:cNvPr>
          <p:cNvSpPr/>
          <p:nvPr/>
        </p:nvSpPr>
        <p:spPr>
          <a:xfrm>
            <a:off x="5967413" y="2905125"/>
            <a:ext cx="1587" cy="0"/>
          </a:xfrm>
          <a:custGeom>
            <a:avLst/>
            <a:gdLst/>
            <a:ahLst/>
            <a:cxnLst/>
            <a:rect l="l" t="t" r="r" b="b"/>
            <a:pathLst>
              <a:path w="1904">
                <a:moveTo>
                  <a:pt x="0" y="0"/>
                </a:moveTo>
                <a:lnTo>
                  <a:pt x="139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87" name="object 287">
            <a:extLst>
              <a:ext uri="{FF2B5EF4-FFF2-40B4-BE49-F238E27FC236}">
                <a16:creationId xmlns:a16="http://schemas.microsoft.com/office/drawing/2014/main" xmlns="" id="{BA9C6BA0-3D02-3740-AC24-31C621CAFF7F}"/>
              </a:ext>
            </a:extLst>
          </p:cNvPr>
          <p:cNvSpPr/>
          <p:nvPr/>
        </p:nvSpPr>
        <p:spPr>
          <a:xfrm>
            <a:off x="6030913" y="3001963"/>
            <a:ext cx="4762" cy="6350"/>
          </a:xfrm>
          <a:custGeom>
            <a:avLst/>
            <a:gdLst/>
            <a:ahLst/>
            <a:cxnLst/>
            <a:rect l="l" t="t" r="r" b="b"/>
            <a:pathLst>
              <a:path w="5715" h="8889">
                <a:moveTo>
                  <a:pt x="0" y="0"/>
                </a:moveTo>
                <a:lnTo>
                  <a:pt x="5561" y="8349"/>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88" name="object 288">
            <a:extLst>
              <a:ext uri="{FF2B5EF4-FFF2-40B4-BE49-F238E27FC236}">
                <a16:creationId xmlns:a16="http://schemas.microsoft.com/office/drawing/2014/main" xmlns="" id="{078A45B8-3DFE-CD43-A3F9-BACE6D99F52B}"/>
              </a:ext>
            </a:extLst>
          </p:cNvPr>
          <p:cNvSpPr/>
          <p:nvPr/>
        </p:nvSpPr>
        <p:spPr>
          <a:xfrm>
            <a:off x="6037263" y="3009900"/>
            <a:ext cx="14287" cy="15875"/>
          </a:xfrm>
          <a:custGeom>
            <a:avLst/>
            <a:gdLst/>
            <a:ahLst/>
            <a:cxnLst/>
            <a:rect l="l" t="t" r="r" b="b"/>
            <a:pathLst>
              <a:path w="15875" h="17145">
                <a:moveTo>
                  <a:pt x="0" y="0"/>
                </a:moveTo>
                <a:lnTo>
                  <a:pt x="15294" y="16698"/>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89" name="object 289">
            <a:extLst>
              <a:ext uri="{FF2B5EF4-FFF2-40B4-BE49-F238E27FC236}">
                <a16:creationId xmlns:a16="http://schemas.microsoft.com/office/drawing/2014/main" xmlns="" id="{FBAFF9F9-DF45-1648-ABD7-6A0E4DBE5F4D}"/>
              </a:ext>
            </a:extLst>
          </p:cNvPr>
          <p:cNvSpPr/>
          <p:nvPr/>
        </p:nvSpPr>
        <p:spPr>
          <a:xfrm>
            <a:off x="6051550" y="3025775"/>
            <a:ext cx="17463" cy="15875"/>
          </a:xfrm>
          <a:custGeom>
            <a:avLst/>
            <a:gdLst/>
            <a:ahLst/>
            <a:cxnLst/>
            <a:rect l="l" t="t" r="r" b="b"/>
            <a:pathLst>
              <a:path w="18415" h="18414">
                <a:moveTo>
                  <a:pt x="0" y="0"/>
                </a:moveTo>
                <a:lnTo>
                  <a:pt x="18075" y="18089"/>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90" name="object 290">
            <a:extLst>
              <a:ext uri="{FF2B5EF4-FFF2-40B4-BE49-F238E27FC236}">
                <a16:creationId xmlns:a16="http://schemas.microsoft.com/office/drawing/2014/main" xmlns="" id="{2320E74F-403F-AE4F-A35F-3A912989304D}"/>
              </a:ext>
            </a:extLst>
          </p:cNvPr>
          <p:cNvSpPr/>
          <p:nvPr/>
        </p:nvSpPr>
        <p:spPr>
          <a:xfrm>
            <a:off x="6069013" y="3043238"/>
            <a:ext cx="11112" cy="11112"/>
          </a:xfrm>
          <a:custGeom>
            <a:avLst/>
            <a:gdLst/>
            <a:ahLst/>
            <a:cxnLst/>
            <a:rect l="l" t="t" r="r" b="b"/>
            <a:pathLst>
              <a:path w="12700" h="12700">
                <a:moveTo>
                  <a:pt x="0" y="0"/>
                </a:moveTo>
                <a:lnTo>
                  <a:pt x="12513" y="12523"/>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91" name="object 291">
            <a:extLst>
              <a:ext uri="{FF2B5EF4-FFF2-40B4-BE49-F238E27FC236}">
                <a16:creationId xmlns:a16="http://schemas.microsoft.com/office/drawing/2014/main" xmlns="" id="{1AA28D9E-242A-A149-966D-97D3C96DC4D8}"/>
              </a:ext>
            </a:extLst>
          </p:cNvPr>
          <p:cNvSpPr/>
          <p:nvPr/>
        </p:nvSpPr>
        <p:spPr>
          <a:xfrm>
            <a:off x="6081713" y="3055938"/>
            <a:ext cx="0" cy="0"/>
          </a:xfrm>
          <a:custGeom>
            <a:avLst/>
            <a:gdLst/>
            <a:ahLst/>
            <a:cxnLst/>
            <a:rect l="l" t="t" r="r" b="b"/>
            <a:pathLst>
              <a:path>
                <a:moveTo>
                  <a:pt x="0" y="0"/>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92" name="object 292">
            <a:extLst>
              <a:ext uri="{FF2B5EF4-FFF2-40B4-BE49-F238E27FC236}">
                <a16:creationId xmlns:a16="http://schemas.microsoft.com/office/drawing/2014/main" xmlns="" id="{2440A762-8C02-6A4D-A85A-A03BFAC7CBCA}"/>
              </a:ext>
            </a:extLst>
          </p:cNvPr>
          <p:cNvSpPr/>
          <p:nvPr/>
        </p:nvSpPr>
        <p:spPr>
          <a:xfrm>
            <a:off x="6081713" y="3055938"/>
            <a:ext cx="0" cy="0"/>
          </a:xfrm>
          <a:custGeom>
            <a:avLst/>
            <a:gdLst/>
            <a:ahLst/>
            <a:cxnLst/>
            <a:rect l="l" t="t" r="r" b="b"/>
            <a:pathLst>
              <a:path>
                <a:moveTo>
                  <a:pt x="0" y="0"/>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93" name="object 293">
            <a:extLst>
              <a:ext uri="{FF2B5EF4-FFF2-40B4-BE49-F238E27FC236}">
                <a16:creationId xmlns:a16="http://schemas.microsoft.com/office/drawing/2014/main" xmlns="" id="{C615C334-3836-9C48-9F32-A86DB8457D47}"/>
              </a:ext>
            </a:extLst>
          </p:cNvPr>
          <p:cNvSpPr/>
          <p:nvPr/>
        </p:nvSpPr>
        <p:spPr>
          <a:xfrm>
            <a:off x="6078538" y="3057525"/>
            <a:ext cx="3175" cy="0"/>
          </a:xfrm>
          <a:custGeom>
            <a:avLst/>
            <a:gdLst/>
            <a:ahLst/>
            <a:cxnLst/>
            <a:rect l="l" t="t" r="r" b="b"/>
            <a:pathLst>
              <a:path w="3175">
                <a:moveTo>
                  <a:pt x="2780" y="0"/>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94" name="object 294">
            <a:extLst>
              <a:ext uri="{FF2B5EF4-FFF2-40B4-BE49-F238E27FC236}">
                <a16:creationId xmlns:a16="http://schemas.microsoft.com/office/drawing/2014/main" xmlns="" id="{C10A3A1C-ED6F-9E47-BC33-B7CA5EDA5F7E}"/>
              </a:ext>
            </a:extLst>
          </p:cNvPr>
          <p:cNvSpPr/>
          <p:nvPr/>
        </p:nvSpPr>
        <p:spPr>
          <a:xfrm>
            <a:off x="6078538" y="3057525"/>
            <a:ext cx="1587" cy="0"/>
          </a:xfrm>
          <a:custGeom>
            <a:avLst/>
            <a:gdLst/>
            <a:ahLst/>
            <a:cxnLst/>
            <a:rect l="l" t="t" r="r" b="b"/>
            <a:pathLst>
              <a:path w="1904">
                <a:moveTo>
                  <a:pt x="0" y="0"/>
                </a:moveTo>
                <a:lnTo>
                  <a:pt x="139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95" name="object 295">
            <a:extLst>
              <a:ext uri="{FF2B5EF4-FFF2-40B4-BE49-F238E27FC236}">
                <a16:creationId xmlns:a16="http://schemas.microsoft.com/office/drawing/2014/main" xmlns="" id="{5C8D96B2-E003-1942-926C-C15974CCE69F}"/>
              </a:ext>
            </a:extLst>
          </p:cNvPr>
          <p:cNvSpPr/>
          <p:nvPr/>
        </p:nvSpPr>
        <p:spPr>
          <a:xfrm>
            <a:off x="6078538" y="3057525"/>
            <a:ext cx="0" cy="0"/>
          </a:xfrm>
          <a:custGeom>
            <a:avLst/>
            <a:gdLst/>
            <a:ahLst/>
            <a:cxnLst/>
            <a:rect l="l" t="t" r="r" b="b"/>
            <a:pathLst>
              <a:path>
                <a:moveTo>
                  <a:pt x="0" y="0"/>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96" name="object 296">
            <a:extLst>
              <a:ext uri="{FF2B5EF4-FFF2-40B4-BE49-F238E27FC236}">
                <a16:creationId xmlns:a16="http://schemas.microsoft.com/office/drawing/2014/main" xmlns="" id="{22531750-479D-2541-B4F8-70B7C6BFCBBB}"/>
              </a:ext>
            </a:extLst>
          </p:cNvPr>
          <p:cNvSpPr/>
          <p:nvPr/>
        </p:nvSpPr>
        <p:spPr>
          <a:xfrm>
            <a:off x="6065838" y="3046413"/>
            <a:ext cx="11112" cy="11112"/>
          </a:xfrm>
          <a:custGeom>
            <a:avLst/>
            <a:gdLst/>
            <a:ahLst/>
            <a:cxnLst/>
            <a:rect l="l" t="t" r="r" b="b"/>
            <a:pathLst>
              <a:path w="12700" h="12700">
                <a:moveTo>
                  <a:pt x="12513" y="12523"/>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97" name="object 297">
            <a:extLst>
              <a:ext uri="{FF2B5EF4-FFF2-40B4-BE49-F238E27FC236}">
                <a16:creationId xmlns:a16="http://schemas.microsoft.com/office/drawing/2014/main" xmlns="" id="{6DF9F859-66A0-F343-8E3B-B0BE00D1E9EE}"/>
              </a:ext>
            </a:extLst>
          </p:cNvPr>
          <p:cNvSpPr/>
          <p:nvPr/>
        </p:nvSpPr>
        <p:spPr>
          <a:xfrm>
            <a:off x="6051550" y="3030538"/>
            <a:ext cx="12700" cy="15875"/>
          </a:xfrm>
          <a:custGeom>
            <a:avLst/>
            <a:gdLst/>
            <a:ahLst/>
            <a:cxnLst/>
            <a:rect l="l" t="t" r="r" b="b"/>
            <a:pathLst>
              <a:path w="15875" h="17145">
                <a:moveTo>
                  <a:pt x="15294" y="16698"/>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98" name="object 298">
            <a:extLst>
              <a:ext uri="{FF2B5EF4-FFF2-40B4-BE49-F238E27FC236}">
                <a16:creationId xmlns:a16="http://schemas.microsoft.com/office/drawing/2014/main" xmlns="" id="{35342570-7484-424B-9ECC-5696B1E15E0F}"/>
              </a:ext>
            </a:extLst>
          </p:cNvPr>
          <p:cNvSpPr/>
          <p:nvPr/>
        </p:nvSpPr>
        <p:spPr>
          <a:xfrm>
            <a:off x="6035675" y="3013075"/>
            <a:ext cx="14288" cy="17463"/>
          </a:xfrm>
          <a:custGeom>
            <a:avLst/>
            <a:gdLst/>
            <a:ahLst/>
            <a:cxnLst/>
            <a:rect l="l" t="t" r="r" b="b"/>
            <a:pathLst>
              <a:path w="15875" h="18414">
                <a:moveTo>
                  <a:pt x="15294" y="18089"/>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299" name="object 299">
            <a:extLst>
              <a:ext uri="{FF2B5EF4-FFF2-40B4-BE49-F238E27FC236}">
                <a16:creationId xmlns:a16="http://schemas.microsoft.com/office/drawing/2014/main" xmlns="" id="{B3D5C38E-438A-FE4C-B0EE-0472F33786D3}"/>
              </a:ext>
            </a:extLst>
          </p:cNvPr>
          <p:cNvSpPr/>
          <p:nvPr/>
        </p:nvSpPr>
        <p:spPr>
          <a:xfrm>
            <a:off x="6030913" y="3006725"/>
            <a:ext cx="4762" cy="6350"/>
          </a:xfrm>
          <a:custGeom>
            <a:avLst/>
            <a:gdLst/>
            <a:ahLst/>
            <a:cxnLst/>
            <a:rect l="l" t="t" r="r" b="b"/>
            <a:pathLst>
              <a:path w="5715" h="6985">
                <a:moveTo>
                  <a:pt x="5561" y="6957"/>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300" name="object 300">
            <a:extLst>
              <a:ext uri="{FF2B5EF4-FFF2-40B4-BE49-F238E27FC236}">
                <a16:creationId xmlns:a16="http://schemas.microsoft.com/office/drawing/2014/main" xmlns="" id="{04F68314-0890-634F-9DD9-5F7FC2F96F09}"/>
              </a:ext>
            </a:extLst>
          </p:cNvPr>
          <p:cNvSpPr/>
          <p:nvPr/>
        </p:nvSpPr>
        <p:spPr>
          <a:xfrm>
            <a:off x="6027738" y="3003550"/>
            <a:ext cx="1587" cy="1588"/>
          </a:xfrm>
          <a:custGeom>
            <a:avLst/>
            <a:gdLst/>
            <a:ahLst/>
            <a:cxnLst/>
            <a:rect l="l" t="t" r="r" b="b"/>
            <a:pathLst>
              <a:path w="1904" h="1904">
                <a:moveTo>
                  <a:pt x="1390" y="1391"/>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301" name="object 301">
            <a:extLst>
              <a:ext uri="{FF2B5EF4-FFF2-40B4-BE49-F238E27FC236}">
                <a16:creationId xmlns:a16="http://schemas.microsoft.com/office/drawing/2014/main" xmlns="" id="{57B27FA5-FEC5-C646-8B25-CAF094FBF1C6}"/>
              </a:ext>
            </a:extLst>
          </p:cNvPr>
          <p:cNvSpPr/>
          <p:nvPr/>
        </p:nvSpPr>
        <p:spPr>
          <a:xfrm>
            <a:off x="6026150" y="3001963"/>
            <a:ext cx="0" cy="1587"/>
          </a:xfrm>
          <a:custGeom>
            <a:avLst/>
            <a:gdLst/>
            <a:ahLst/>
            <a:cxnLst/>
            <a:rect l="l" t="t" r="r" b="b"/>
            <a:pathLst>
              <a:path h="1904">
                <a:moveTo>
                  <a:pt x="-695" y="695"/>
                </a:moveTo>
                <a:lnTo>
                  <a:pt x="695" y="695"/>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302" name="object 302">
            <a:extLst>
              <a:ext uri="{FF2B5EF4-FFF2-40B4-BE49-F238E27FC236}">
                <a16:creationId xmlns:a16="http://schemas.microsoft.com/office/drawing/2014/main" xmlns="" id="{ED6B757F-A2F5-7640-8507-7C45972757FE}"/>
              </a:ext>
            </a:extLst>
          </p:cNvPr>
          <p:cNvSpPr/>
          <p:nvPr/>
        </p:nvSpPr>
        <p:spPr>
          <a:xfrm>
            <a:off x="6026150" y="3001963"/>
            <a:ext cx="1588" cy="0"/>
          </a:xfrm>
          <a:custGeom>
            <a:avLst/>
            <a:gdLst/>
            <a:ahLst/>
            <a:cxnLst/>
            <a:rect l="l" t="t" r="r" b="b"/>
            <a:pathLst>
              <a:path w="1904">
                <a:moveTo>
                  <a:pt x="0" y="0"/>
                </a:moveTo>
                <a:lnTo>
                  <a:pt x="139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303" name="object 303">
            <a:extLst>
              <a:ext uri="{FF2B5EF4-FFF2-40B4-BE49-F238E27FC236}">
                <a16:creationId xmlns:a16="http://schemas.microsoft.com/office/drawing/2014/main" xmlns="" id="{AF218E1E-96BF-A44D-9ED9-5381E0E181F1}"/>
              </a:ext>
            </a:extLst>
          </p:cNvPr>
          <p:cNvSpPr/>
          <p:nvPr/>
        </p:nvSpPr>
        <p:spPr>
          <a:xfrm>
            <a:off x="6026150" y="3000375"/>
            <a:ext cx="1588" cy="1588"/>
          </a:xfrm>
          <a:custGeom>
            <a:avLst/>
            <a:gdLst/>
            <a:ahLst/>
            <a:cxnLst/>
            <a:rect l="l" t="t" r="r" b="b"/>
            <a:pathLst>
              <a:path w="1904" h="1904">
                <a:moveTo>
                  <a:pt x="0" y="1391"/>
                </a:moveTo>
                <a:lnTo>
                  <a:pt x="139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304" name="object 304">
            <a:extLst>
              <a:ext uri="{FF2B5EF4-FFF2-40B4-BE49-F238E27FC236}">
                <a16:creationId xmlns:a16="http://schemas.microsoft.com/office/drawing/2014/main" xmlns="" id="{26893FDE-714D-B14E-BF45-D7A266628F11}"/>
              </a:ext>
            </a:extLst>
          </p:cNvPr>
          <p:cNvSpPr/>
          <p:nvPr/>
        </p:nvSpPr>
        <p:spPr>
          <a:xfrm>
            <a:off x="6029325" y="3000375"/>
            <a:ext cx="0" cy="0"/>
          </a:xfrm>
          <a:custGeom>
            <a:avLst/>
            <a:gdLst/>
            <a:ahLst/>
            <a:cxnLst/>
            <a:rect l="l" t="t" r="r" b="b"/>
            <a:pathLst>
              <a:path>
                <a:moveTo>
                  <a:pt x="0" y="0"/>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305" name="object 305">
            <a:extLst>
              <a:ext uri="{FF2B5EF4-FFF2-40B4-BE49-F238E27FC236}">
                <a16:creationId xmlns:a16="http://schemas.microsoft.com/office/drawing/2014/main" xmlns="" id="{F44BBA98-C367-D443-BDA7-999939110B2E}"/>
              </a:ext>
            </a:extLst>
          </p:cNvPr>
          <p:cNvSpPr/>
          <p:nvPr/>
        </p:nvSpPr>
        <p:spPr>
          <a:xfrm>
            <a:off x="6030913" y="3000375"/>
            <a:ext cx="0" cy="0"/>
          </a:xfrm>
          <a:custGeom>
            <a:avLst/>
            <a:gdLst/>
            <a:ahLst/>
            <a:cxnLst/>
            <a:rect l="l" t="t" r="r" b="b"/>
            <a:pathLst>
              <a:path>
                <a:moveTo>
                  <a:pt x="0" y="0"/>
                </a:moveTo>
                <a:lnTo>
                  <a:pt x="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306" name="object 306">
            <a:extLst>
              <a:ext uri="{FF2B5EF4-FFF2-40B4-BE49-F238E27FC236}">
                <a16:creationId xmlns:a16="http://schemas.microsoft.com/office/drawing/2014/main" xmlns="" id="{9F382B63-4CC3-4946-8967-CFDB1BC1999B}"/>
              </a:ext>
            </a:extLst>
          </p:cNvPr>
          <p:cNvSpPr/>
          <p:nvPr/>
        </p:nvSpPr>
        <p:spPr>
          <a:xfrm>
            <a:off x="6030913" y="3001963"/>
            <a:ext cx="1587" cy="0"/>
          </a:xfrm>
          <a:custGeom>
            <a:avLst/>
            <a:gdLst/>
            <a:ahLst/>
            <a:cxnLst/>
            <a:rect l="l" t="t" r="r" b="b"/>
            <a:pathLst>
              <a:path w="1904">
                <a:moveTo>
                  <a:pt x="0" y="0"/>
                </a:moveTo>
                <a:lnTo>
                  <a:pt x="1390" y="0"/>
                </a:lnTo>
              </a:path>
            </a:pathLst>
          </a:custGeom>
          <a:ln w="3175">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307" name="object 307">
            <a:extLst>
              <a:ext uri="{FF2B5EF4-FFF2-40B4-BE49-F238E27FC236}">
                <a16:creationId xmlns:a16="http://schemas.microsoft.com/office/drawing/2014/main" xmlns="" id="{25C76B6F-BF80-4E4B-899B-861762C439D2}"/>
              </a:ext>
            </a:extLst>
          </p:cNvPr>
          <p:cNvSpPr/>
          <p:nvPr/>
        </p:nvSpPr>
        <p:spPr>
          <a:xfrm>
            <a:off x="6108700" y="3081338"/>
            <a:ext cx="119063" cy="88900"/>
          </a:xfrm>
          <a:prstGeom prst="rect">
            <a:avLst/>
          </a:prstGeom>
          <a:blipFill>
            <a:blip r:embed="rId11" cstate="print"/>
            <a:stretch>
              <a:fillRect/>
            </a:stretch>
          </a:blipFill>
        </p:spPr>
        <p:txBody>
          <a:bodyPr lIns="0" tIns="0" rIns="0" bIns="0"/>
          <a:lstStyle/>
          <a:p>
            <a:pPr eaLnBrk="1" fontAlgn="auto" hangingPunct="1">
              <a:spcBef>
                <a:spcPts val="0"/>
              </a:spcBef>
              <a:spcAft>
                <a:spcPts val="0"/>
              </a:spcAft>
              <a:defRPr/>
            </a:pPr>
            <a:endParaRPr sz="1412">
              <a:latin typeface="+mn-lt"/>
            </a:endParaRPr>
          </a:p>
        </p:txBody>
      </p:sp>
      <p:sp>
        <p:nvSpPr>
          <p:cNvPr id="308" name="object 308">
            <a:extLst>
              <a:ext uri="{FF2B5EF4-FFF2-40B4-BE49-F238E27FC236}">
                <a16:creationId xmlns:a16="http://schemas.microsoft.com/office/drawing/2014/main" xmlns="" id="{11F23685-25DA-4041-B57D-9771CBDA6686}"/>
              </a:ext>
            </a:extLst>
          </p:cNvPr>
          <p:cNvSpPr/>
          <p:nvPr/>
        </p:nvSpPr>
        <p:spPr>
          <a:xfrm>
            <a:off x="2139950" y="5557838"/>
            <a:ext cx="1290638" cy="312737"/>
          </a:xfrm>
          <a:prstGeom prst="rect">
            <a:avLst/>
          </a:prstGeom>
          <a:blipFill>
            <a:blip r:embed="rId12" cstate="print"/>
            <a:stretch>
              <a:fillRect/>
            </a:stretch>
          </a:blipFill>
        </p:spPr>
        <p:txBody>
          <a:bodyPr lIns="0" tIns="0" rIns="0" bIns="0"/>
          <a:lstStyle/>
          <a:p>
            <a:pPr eaLnBrk="1" fontAlgn="auto" hangingPunct="1">
              <a:spcBef>
                <a:spcPts val="0"/>
              </a:spcBef>
              <a:spcAft>
                <a:spcPts val="0"/>
              </a:spcAft>
              <a:defRPr/>
            </a:pPr>
            <a:endParaRPr sz="1412">
              <a:latin typeface="+mn-lt"/>
            </a:endParaRPr>
          </a:p>
        </p:txBody>
      </p:sp>
      <p:sp>
        <p:nvSpPr>
          <p:cNvPr id="310" name="object 310">
            <a:extLst>
              <a:ext uri="{FF2B5EF4-FFF2-40B4-BE49-F238E27FC236}">
                <a16:creationId xmlns:a16="http://schemas.microsoft.com/office/drawing/2014/main" xmlns="" id="{B21F32CB-3C36-414C-8912-6C6AA4D85AFC}"/>
              </a:ext>
            </a:extLst>
          </p:cNvPr>
          <p:cNvSpPr/>
          <p:nvPr/>
        </p:nvSpPr>
        <p:spPr>
          <a:xfrm>
            <a:off x="2049463" y="4784725"/>
            <a:ext cx="190500" cy="579438"/>
          </a:xfrm>
          <a:custGeom>
            <a:avLst/>
            <a:gdLst/>
            <a:ahLst/>
            <a:cxnLst/>
            <a:rect l="l" t="t" r="r" b="b"/>
            <a:pathLst>
              <a:path w="215900" h="657225">
                <a:moveTo>
                  <a:pt x="215517" y="656804"/>
                </a:moveTo>
                <a:lnTo>
                  <a:pt x="0" y="0"/>
                </a:lnTo>
              </a:path>
            </a:pathLst>
          </a:custGeom>
          <a:ln w="6952">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311" name="object 311">
            <a:extLst>
              <a:ext uri="{FF2B5EF4-FFF2-40B4-BE49-F238E27FC236}">
                <a16:creationId xmlns:a16="http://schemas.microsoft.com/office/drawing/2014/main" xmlns="" id="{8109DB89-D877-4445-AC65-89402A1DB5FF}"/>
              </a:ext>
            </a:extLst>
          </p:cNvPr>
          <p:cNvSpPr/>
          <p:nvPr/>
        </p:nvSpPr>
        <p:spPr>
          <a:xfrm>
            <a:off x="2001838" y="4637088"/>
            <a:ext cx="104775" cy="176212"/>
          </a:xfrm>
          <a:custGeom>
            <a:avLst/>
            <a:gdLst/>
            <a:ahLst/>
            <a:cxnLst/>
            <a:rect l="l" t="t" r="r" b="b"/>
            <a:pathLst>
              <a:path w="120014" h="200660">
                <a:moveTo>
                  <a:pt x="0" y="0"/>
                </a:moveTo>
                <a:lnTo>
                  <a:pt x="0" y="200381"/>
                </a:lnTo>
                <a:lnTo>
                  <a:pt x="119576" y="160027"/>
                </a:lnTo>
                <a:lnTo>
                  <a:pt x="0" y="0"/>
                </a:lnTo>
                <a:close/>
              </a:path>
            </a:pathLst>
          </a:custGeom>
          <a:solidFill>
            <a:srgbClr val="000000"/>
          </a:solidFill>
        </p:spPr>
        <p:txBody>
          <a:bodyPr lIns="0" tIns="0" rIns="0" bIns="0"/>
          <a:lstStyle/>
          <a:p>
            <a:pPr eaLnBrk="1" fontAlgn="auto" hangingPunct="1">
              <a:spcBef>
                <a:spcPts val="0"/>
              </a:spcBef>
              <a:spcAft>
                <a:spcPts val="0"/>
              </a:spcAft>
              <a:defRPr/>
            </a:pPr>
            <a:endParaRPr sz="1412">
              <a:latin typeface="+mn-lt"/>
            </a:endParaRPr>
          </a:p>
        </p:txBody>
      </p:sp>
      <p:sp>
        <p:nvSpPr>
          <p:cNvPr id="312" name="object 312">
            <a:extLst>
              <a:ext uri="{FF2B5EF4-FFF2-40B4-BE49-F238E27FC236}">
                <a16:creationId xmlns:a16="http://schemas.microsoft.com/office/drawing/2014/main" xmlns="" id="{4754DAF7-3490-2B4B-8710-5D9C880902C9}"/>
              </a:ext>
            </a:extLst>
          </p:cNvPr>
          <p:cNvSpPr/>
          <p:nvPr/>
        </p:nvSpPr>
        <p:spPr>
          <a:xfrm>
            <a:off x="5961063" y="4786313"/>
            <a:ext cx="144462" cy="550862"/>
          </a:xfrm>
          <a:custGeom>
            <a:avLst/>
            <a:gdLst/>
            <a:ahLst/>
            <a:cxnLst/>
            <a:rect l="l" t="t" r="r" b="b"/>
            <a:pathLst>
              <a:path w="163195" h="624839">
                <a:moveTo>
                  <a:pt x="0" y="624799"/>
                </a:moveTo>
                <a:lnTo>
                  <a:pt x="162681" y="0"/>
                </a:lnTo>
              </a:path>
            </a:pathLst>
          </a:custGeom>
          <a:ln w="5562">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313" name="object 313">
            <a:extLst>
              <a:ext uri="{FF2B5EF4-FFF2-40B4-BE49-F238E27FC236}">
                <a16:creationId xmlns:a16="http://schemas.microsoft.com/office/drawing/2014/main" xmlns="" id="{CD435E04-64F2-2C49-B80F-070361D177F6}"/>
              </a:ext>
            </a:extLst>
          </p:cNvPr>
          <p:cNvSpPr/>
          <p:nvPr/>
        </p:nvSpPr>
        <p:spPr>
          <a:xfrm>
            <a:off x="6046788" y="4637088"/>
            <a:ext cx="107950" cy="174625"/>
          </a:xfrm>
          <a:custGeom>
            <a:avLst/>
            <a:gdLst/>
            <a:ahLst/>
            <a:cxnLst/>
            <a:rect l="l" t="t" r="r" b="b"/>
            <a:pathLst>
              <a:path w="122554" h="198120">
                <a:moveTo>
                  <a:pt x="108454" y="0"/>
                </a:moveTo>
                <a:lnTo>
                  <a:pt x="0" y="166984"/>
                </a:lnTo>
                <a:lnTo>
                  <a:pt x="122358" y="197599"/>
                </a:lnTo>
                <a:lnTo>
                  <a:pt x="108454" y="0"/>
                </a:lnTo>
                <a:close/>
              </a:path>
            </a:pathLst>
          </a:custGeom>
          <a:solidFill>
            <a:srgbClr val="000000"/>
          </a:solidFill>
        </p:spPr>
        <p:txBody>
          <a:bodyPr lIns="0" tIns="0" rIns="0" bIns="0"/>
          <a:lstStyle/>
          <a:p>
            <a:pPr eaLnBrk="1" fontAlgn="auto" hangingPunct="1">
              <a:spcBef>
                <a:spcPts val="0"/>
              </a:spcBef>
              <a:spcAft>
                <a:spcPts val="0"/>
              </a:spcAft>
              <a:defRPr/>
            </a:pPr>
            <a:endParaRPr sz="1412">
              <a:latin typeface="+mn-lt"/>
            </a:endParaRPr>
          </a:p>
        </p:txBody>
      </p:sp>
      <p:sp>
        <p:nvSpPr>
          <p:cNvPr id="314" name="object 314">
            <a:extLst>
              <a:ext uri="{FF2B5EF4-FFF2-40B4-BE49-F238E27FC236}">
                <a16:creationId xmlns:a16="http://schemas.microsoft.com/office/drawing/2014/main" xmlns="" id="{C35AFCC4-70F3-144E-94A9-B70E99C070D0}"/>
              </a:ext>
            </a:extLst>
          </p:cNvPr>
          <p:cNvSpPr/>
          <p:nvPr/>
        </p:nvSpPr>
        <p:spPr>
          <a:xfrm>
            <a:off x="1562100" y="1865313"/>
            <a:ext cx="1660525" cy="119062"/>
          </a:xfrm>
          <a:prstGeom prst="rect">
            <a:avLst/>
          </a:prstGeom>
          <a:blipFill>
            <a:blip r:embed="rId13" cstate="print"/>
            <a:stretch>
              <a:fillRect/>
            </a:stretch>
          </a:blipFill>
        </p:spPr>
        <p:txBody>
          <a:bodyPr lIns="0" tIns="0" rIns="0" bIns="0"/>
          <a:lstStyle/>
          <a:p>
            <a:pPr eaLnBrk="1" fontAlgn="auto" hangingPunct="1">
              <a:spcBef>
                <a:spcPts val="0"/>
              </a:spcBef>
              <a:spcAft>
                <a:spcPts val="0"/>
              </a:spcAft>
              <a:defRPr/>
            </a:pPr>
            <a:endParaRPr sz="1412">
              <a:latin typeface="+mn-lt"/>
            </a:endParaRPr>
          </a:p>
        </p:txBody>
      </p:sp>
      <p:sp>
        <p:nvSpPr>
          <p:cNvPr id="315" name="object 315">
            <a:extLst>
              <a:ext uri="{FF2B5EF4-FFF2-40B4-BE49-F238E27FC236}">
                <a16:creationId xmlns:a16="http://schemas.microsoft.com/office/drawing/2014/main" xmlns="" id="{531A07F1-CC59-1445-87A2-0F15C0E6698F}"/>
              </a:ext>
            </a:extLst>
          </p:cNvPr>
          <p:cNvSpPr/>
          <p:nvPr/>
        </p:nvSpPr>
        <p:spPr>
          <a:xfrm>
            <a:off x="1552575" y="2057400"/>
            <a:ext cx="74613" cy="119063"/>
          </a:xfrm>
          <a:prstGeom prst="rect">
            <a:avLst/>
          </a:prstGeom>
          <a:blipFill>
            <a:blip r:embed="rId14" cstate="print"/>
            <a:stretch>
              <a:fillRect/>
            </a:stretch>
          </a:blipFill>
        </p:spPr>
        <p:txBody>
          <a:bodyPr lIns="0" tIns="0" rIns="0" bIns="0"/>
          <a:lstStyle/>
          <a:p>
            <a:pPr eaLnBrk="1" fontAlgn="auto" hangingPunct="1">
              <a:spcBef>
                <a:spcPts val="0"/>
              </a:spcBef>
              <a:spcAft>
                <a:spcPts val="0"/>
              </a:spcAft>
              <a:defRPr/>
            </a:pPr>
            <a:endParaRPr sz="1412">
              <a:latin typeface="+mn-lt"/>
            </a:endParaRPr>
          </a:p>
        </p:txBody>
      </p:sp>
      <p:sp>
        <p:nvSpPr>
          <p:cNvPr id="316" name="object 316">
            <a:extLst>
              <a:ext uri="{FF2B5EF4-FFF2-40B4-BE49-F238E27FC236}">
                <a16:creationId xmlns:a16="http://schemas.microsoft.com/office/drawing/2014/main" xmlns="" id="{D00EF290-7D49-C34D-81B5-AE72329F8F13}"/>
              </a:ext>
            </a:extLst>
          </p:cNvPr>
          <p:cNvSpPr/>
          <p:nvPr/>
        </p:nvSpPr>
        <p:spPr>
          <a:xfrm>
            <a:off x="1655763" y="2089150"/>
            <a:ext cx="0" cy="84138"/>
          </a:xfrm>
          <a:custGeom>
            <a:avLst/>
            <a:gdLst/>
            <a:ahLst/>
            <a:cxnLst/>
            <a:rect l="l" t="t" r="r" b="b"/>
            <a:pathLst>
              <a:path h="95885">
                <a:moveTo>
                  <a:pt x="0" y="0"/>
                </a:moveTo>
                <a:lnTo>
                  <a:pt x="0" y="95608"/>
                </a:lnTo>
              </a:path>
            </a:pathLst>
          </a:custGeom>
          <a:ln w="16400">
            <a:solidFill>
              <a:srgbClr val="000000"/>
            </a:solidFill>
          </a:ln>
        </p:spPr>
        <p:txBody>
          <a:bodyPr lIns="0" tIns="0" rIns="0" bIns="0"/>
          <a:lstStyle/>
          <a:p>
            <a:pPr eaLnBrk="1" fontAlgn="auto" hangingPunct="1">
              <a:spcBef>
                <a:spcPts val="0"/>
              </a:spcBef>
              <a:spcAft>
                <a:spcPts val="0"/>
              </a:spcAft>
              <a:defRPr/>
            </a:pPr>
            <a:endParaRPr sz="1412">
              <a:latin typeface="+mn-lt"/>
            </a:endParaRPr>
          </a:p>
        </p:txBody>
      </p:sp>
      <p:sp>
        <p:nvSpPr>
          <p:cNvPr id="317" name="object 317">
            <a:extLst>
              <a:ext uri="{FF2B5EF4-FFF2-40B4-BE49-F238E27FC236}">
                <a16:creationId xmlns:a16="http://schemas.microsoft.com/office/drawing/2014/main" xmlns="" id="{F560C1B5-7775-F243-9DE7-AC5D6C24C883}"/>
              </a:ext>
            </a:extLst>
          </p:cNvPr>
          <p:cNvSpPr/>
          <p:nvPr/>
        </p:nvSpPr>
        <p:spPr>
          <a:xfrm>
            <a:off x="1647825" y="2057400"/>
            <a:ext cx="15875" cy="15875"/>
          </a:xfrm>
          <a:custGeom>
            <a:avLst/>
            <a:gdLst/>
            <a:ahLst/>
            <a:cxnLst/>
            <a:rect l="l" t="t" r="r" b="b"/>
            <a:pathLst>
              <a:path w="16510" h="18414">
                <a:moveTo>
                  <a:pt x="16400" y="0"/>
                </a:moveTo>
                <a:lnTo>
                  <a:pt x="0" y="0"/>
                </a:lnTo>
                <a:lnTo>
                  <a:pt x="0" y="18295"/>
                </a:lnTo>
                <a:lnTo>
                  <a:pt x="16400" y="18295"/>
                </a:lnTo>
                <a:lnTo>
                  <a:pt x="16400" y="0"/>
                </a:lnTo>
                <a:close/>
              </a:path>
            </a:pathLst>
          </a:custGeom>
          <a:solidFill>
            <a:srgbClr val="000000"/>
          </a:solidFill>
        </p:spPr>
        <p:txBody>
          <a:bodyPr lIns="0" tIns="0" rIns="0" bIns="0"/>
          <a:lstStyle/>
          <a:p>
            <a:pPr eaLnBrk="1" fontAlgn="auto" hangingPunct="1">
              <a:spcBef>
                <a:spcPts val="0"/>
              </a:spcBef>
              <a:spcAft>
                <a:spcPts val="0"/>
              </a:spcAft>
              <a:defRPr/>
            </a:pPr>
            <a:endParaRPr sz="1412">
              <a:latin typeface="+mn-lt"/>
            </a:endParaRPr>
          </a:p>
        </p:txBody>
      </p:sp>
      <p:sp>
        <p:nvSpPr>
          <p:cNvPr id="318" name="object 318">
            <a:extLst>
              <a:ext uri="{FF2B5EF4-FFF2-40B4-BE49-F238E27FC236}">
                <a16:creationId xmlns:a16="http://schemas.microsoft.com/office/drawing/2014/main" xmlns="" id="{21CD2995-10C0-A148-8733-0779ED172D5B}"/>
              </a:ext>
            </a:extLst>
          </p:cNvPr>
          <p:cNvSpPr/>
          <p:nvPr/>
        </p:nvSpPr>
        <p:spPr>
          <a:xfrm>
            <a:off x="1681163" y="2087563"/>
            <a:ext cx="160337" cy="122237"/>
          </a:xfrm>
          <a:prstGeom prst="rect">
            <a:avLst/>
          </a:prstGeom>
          <a:blipFill>
            <a:blip r:embed="rId15" cstate="print"/>
            <a:stretch>
              <a:fillRect/>
            </a:stretch>
          </a:blipFill>
        </p:spPr>
        <p:txBody>
          <a:bodyPr lIns="0" tIns="0" rIns="0" bIns="0"/>
          <a:lstStyle/>
          <a:p>
            <a:pPr eaLnBrk="1" fontAlgn="auto" hangingPunct="1">
              <a:spcBef>
                <a:spcPts val="0"/>
              </a:spcBef>
              <a:spcAft>
                <a:spcPts val="0"/>
              </a:spcAft>
              <a:defRPr/>
            </a:pPr>
            <a:endParaRPr sz="1412">
              <a:latin typeface="+mn-lt"/>
            </a:endParaRPr>
          </a:p>
        </p:txBody>
      </p:sp>
      <p:sp>
        <p:nvSpPr>
          <p:cNvPr id="319" name="object 319">
            <a:extLst>
              <a:ext uri="{FF2B5EF4-FFF2-40B4-BE49-F238E27FC236}">
                <a16:creationId xmlns:a16="http://schemas.microsoft.com/office/drawing/2014/main" xmlns="" id="{CAEE085B-2B0F-4646-917E-9B2776A4EFBD}"/>
              </a:ext>
            </a:extLst>
          </p:cNvPr>
          <p:cNvSpPr/>
          <p:nvPr/>
        </p:nvSpPr>
        <p:spPr>
          <a:xfrm>
            <a:off x="1863725" y="2087563"/>
            <a:ext cx="257175" cy="88900"/>
          </a:xfrm>
          <a:prstGeom prst="rect">
            <a:avLst/>
          </a:prstGeom>
          <a:blipFill>
            <a:blip r:embed="rId16" cstate="print"/>
            <a:stretch>
              <a:fillRect/>
            </a:stretch>
          </a:blipFill>
        </p:spPr>
        <p:txBody>
          <a:bodyPr lIns="0" tIns="0" rIns="0" bIns="0"/>
          <a:lstStyle/>
          <a:p>
            <a:pPr eaLnBrk="1" fontAlgn="auto" hangingPunct="1">
              <a:spcBef>
                <a:spcPts val="0"/>
              </a:spcBef>
              <a:spcAft>
                <a:spcPts val="0"/>
              </a:spcAft>
              <a:defRPr/>
            </a:pPr>
            <a:endParaRPr sz="1412">
              <a:latin typeface="+mn-lt"/>
            </a:endParaRPr>
          </a:p>
        </p:txBody>
      </p:sp>
      <p:sp>
        <p:nvSpPr>
          <p:cNvPr id="320" name="object 320">
            <a:extLst>
              <a:ext uri="{FF2B5EF4-FFF2-40B4-BE49-F238E27FC236}">
                <a16:creationId xmlns:a16="http://schemas.microsoft.com/office/drawing/2014/main" xmlns="" id="{A6472A25-FB0E-4C84-AC51-4D873B1304FB}"/>
              </a:ext>
            </a:extLst>
          </p:cNvPr>
          <p:cNvSpPr>
            <a:spLocks noChangeArrowheads="1"/>
          </p:cNvSpPr>
          <p:nvPr/>
        </p:nvSpPr>
        <p:spPr bwMode="auto">
          <a:xfrm>
            <a:off x="1703388" y="2251075"/>
            <a:ext cx="4302125" cy="1717675"/>
          </a:xfrm>
          <a:prstGeom prst="rect">
            <a:avLst/>
          </a:prstGeom>
          <a:blipFill dpi="0" rotWithShape="1">
            <a:blip r:embed="rId17"/>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eaLnBrk="1" fontAlgn="auto" hangingPunct="1">
              <a:spcBef>
                <a:spcPts val="0"/>
              </a:spcBef>
              <a:spcAft>
                <a:spcPts val="0"/>
              </a:spcAft>
              <a:defRPr/>
            </a:pPr>
            <a:endParaRPr sz="1412">
              <a:latin typeface="+mn-lt"/>
            </a:endParaRPr>
          </a:p>
        </p:txBody>
      </p:sp>
      <p:sp>
        <p:nvSpPr>
          <p:cNvPr id="321" name="object 321">
            <a:extLst>
              <a:ext uri="{FF2B5EF4-FFF2-40B4-BE49-F238E27FC236}">
                <a16:creationId xmlns:a16="http://schemas.microsoft.com/office/drawing/2014/main" xmlns="" id="{56946F85-76B8-8140-9C09-8CD1C45908FD}"/>
              </a:ext>
            </a:extLst>
          </p:cNvPr>
          <p:cNvSpPr/>
          <p:nvPr/>
        </p:nvSpPr>
        <p:spPr>
          <a:xfrm>
            <a:off x="2144713" y="2155825"/>
            <a:ext cx="17462" cy="42863"/>
          </a:xfrm>
          <a:custGeom>
            <a:avLst/>
            <a:gdLst/>
            <a:ahLst/>
            <a:cxnLst/>
            <a:rect l="l" t="t" r="r" b="b"/>
            <a:pathLst>
              <a:path w="19685" h="46989">
                <a:moveTo>
                  <a:pt x="19178" y="0"/>
                </a:moveTo>
                <a:lnTo>
                  <a:pt x="0" y="0"/>
                </a:lnTo>
                <a:lnTo>
                  <a:pt x="0" y="19551"/>
                </a:lnTo>
                <a:lnTo>
                  <a:pt x="9768" y="19551"/>
                </a:lnTo>
                <a:lnTo>
                  <a:pt x="9888" y="19970"/>
                </a:lnTo>
                <a:lnTo>
                  <a:pt x="9963" y="20344"/>
                </a:lnTo>
                <a:lnTo>
                  <a:pt x="10038" y="24305"/>
                </a:lnTo>
                <a:lnTo>
                  <a:pt x="9589" y="26907"/>
                </a:lnTo>
                <a:lnTo>
                  <a:pt x="7020" y="34681"/>
                </a:lnTo>
                <a:lnTo>
                  <a:pt x="4122" y="37580"/>
                </a:lnTo>
                <a:lnTo>
                  <a:pt x="0" y="38298"/>
                </a:lnTo>
                <a:lnTo>
                  <a:pt x="0" y="46817"/>
                </a:lnTo>
                <a:lnTo>
                  <a:pt x="7051" y="45561"/>
                </a:lnTo>
                <a:lnTo>
                  <a:pt x="12009" y="42244"/>
                </a:lnTo>
                <a:lnTo>
                  <a:pt x="17744" y="31480"/>
                </a:lnTo>
                <a:lnTo>
                  <a:pt x="19178" y="25233"/>
                </a:lnTo>
                <a:lnTo>
                  <a:pt x="19178" y="0"/>
                </a:lnTo>
                <a:close/>
              </a:path>
            </a:pathLst>
          </a:custGeom>
          <a:solidFill>
            <a:srgbClr val="000000"/>
          </a:solidFill>
        </p:spPr>
        <p:txBody>
          <a:bodyPr lIns="0" tIns="0" rIns="0" bIns="0"/>
          <a:lstStyle/>
          <a:p>
            <a:pPr eaLnBrk="1" fontAlgn="auto" hangingPunct="1">
              <a:spcBef>
                <a:spcPts val="0"/>
              </a:spcBef>
              <a:spcAft>
                <a:spcPts val="0"/>
              </a:spcAft>
              <a:defRPr/>
            </a:pPr>
            <a:endParaRPr sz="1412">
              <a:latin typeface="+mn-lt"/>
            </a:endParaRPr>
          </a:p>
        </p:txBody>
      </p:sp>
      <p:sp>
        <p:nvSpPr>
          <p:cNvPr id="322" name="object 322">
            <a:extLst>
              <a:ext uri="{FF2B5EF4-FFF2-40B4-BE49-F238E27FC236}">
                <a16:creationId xmlns:a16="http://schemas.microsoft.com/office/drawing/2014/main" xmlns="" id="{4D2F99E5-5122-FF40-9CA0-008B4A0F1802}"/>
              </a:ext>
            </a:extLst>
          </p:cNvPr>
          <p:cNvSpPr/>
          <p:nvPr/>
        </p:nvSpPr>
        <p:spPr>
          <a:xfrm>
            <a:off x="2220913" y="2173288"/>
            <a:ext cx="0" cy="0"/>
          </a:xfrm>
          <a:custGeom>
            <a:avLst/>
            <a:gdLst/>
            <a:ahLst/>
            <a:cxnLst/>
            <a:rect l="l" t="t" r="r" b="b"/>
            <a:pathLst>
              <a:path>
                <a:moveTo>
                  <a:pt x="0" y="0"/>
                </a:moveTo>
              </a:path>
            </a:pathLst>
          </a:custGeom>
          <a:solidFill>
            <a:srgbClr val="000000"/>
          </a:solidFill>
        </p:spPr>
        <p:txBody>
          <a:bodyPr lIns="0" tIns="0" rIns="0" bIns="0"/>
          <a:lstStyle/>
          <a:p>
            <a:pPr eaLnBrk="1" fontAlgn="auto" hangingPunct="1">
              <a:spcBef>
                <a:spcPts val="0"/>
              </a:spcBef>
              <a:spcAft>
                <a:spcPts val="0"/>
              </a:spcAft>
              <a:defRPr/>
            </a:pPr>
            <a:endParaRPr sz="1412">
              <a:latin typeface="+mn-lt"/>
            </a:endParaRPr>
          </a:p>
        </p:txBody>
      </p:sp>
      <p:sp>
        <p:nvSpPr>
          <p:cNvPr id="323" name="object 323">
            <a:extLst>
              <a:ext uri="{FF2B5EF4-FFF2-40B4-BE49-F238E27FC236}">
                <a16:creationId xmlns:a16="http://schemas.microsoft.com/office/drawing/2014/main" xmlns="" id="{0DC08E1F-B37B-8540-A56E-ED00FD973A08}"/>
              </a:ext>
            </a:extLst>
          </p:cNvPr>
          <p:cNvSpPr/>
          <p:nvPr/>
        </p:nvSpPr>
        <p:spPr>
          <a:xfrm>
            <a:off x="2233613" y="2057400"/>
            <a:ext cx="1539875" cy="119063"/>
          </a:xfrm>
          <a:prstGeom prst="rect">
            <a:avLst/>
          </a:prstGeom>
          <a:blipFill>
            <a:blip r:embed="rId18" cstate="print"/>
            <a:stretch>
              <a:fillRect/>
            </a:stretch>
          </a:blipFill>
        </p:spPr>
        <p:txBody>
          <a:bodyPr lIns="0" tIns="0" rIns="0" bIns="0"/>
          <a:lstStyle/>
          <a:p>
            <a:pPr eaLnBrk="1" fontAlgn="auto" hangingPunct="1">
              <a:spcBef>
                <a:spcPts val="0"/>
              </a:spcBef>
              <a:spcAft>
                <a:spcPts val="0"/>
              </a:spcAft>
              <a:defRPr/>
            </a:pPr>
            <a:endParaRPr sz="1412">
              <a:latin typeface="+mn-lt"/>
            </a:endParaRPr>
          </a:p>
        </p:txBody>
      </p:sp>
      <p:sp>
        <p:nvSpPr>
          <p:cNvPr id="324" name="object 324">
            <a:extLst>
              <a:ext uri="{FF2B5EF4-FFF2-40B4-BE49-F238E27FC236}">
                <a16:creationId xmlns:a16="http://schemas.microsoft.com/office/drawing/2014/main" xmlns="" id="{4A6DB331-8897-D24B-8820-935CE1F06DB8}"/>
              </a:ext>
            </a:extLst>
          </p:cNvPr>
          <p:cNvSpPr/>
          <p:nvPr/>
        </p:nvSpPr>
        <p:spPr>
          <a:xfrm>
            <a:off x="1558925" y="2281238"/>
            <a:ext cx="241300" cy="90487"/>
          </a:xfrm>
          <a:prstGeom prst="rect">
            <a:avLst/>
          </a:prstGeom>
          <a:blipFill>
            <a:blip r:embed="rId19" cstate="print"/>
            <a:stretch>
              <a:fillRect/>
            </a:stretch>
          </a:blipFill>
        </p:spPr>
        <p:txBody>
          <a:bodyPr lIns="0" tIns="0" rIns="0" bIns="0"/>
          <a:lstStyle/>
          <a:p>
            <a:pPr eaLnBrk="1" fontAlgn="auto" hangingPunct="1">
              <a:spcBef>
                <a:spcPts val="0"/>
              </a:spcBef>
              <a:spcAft>
                <a:spcPts val="0"/>
              </a:spcAft>
              <a:defRPr/>
            </a:pPr>
            <a:endParaRPr sz="1412">
              <a:latin typeface="+mn-lt"/>
            </a:endParaRPr>
          </a:p>
        </p:txBody>
      </p:sp>
      <p:sp>
        <p:nvSpPr>
          <p:cNvPr id="325" name="object 325">
            <a:extLst>
              <a:ext uri="{FF2B5EF4-FFF2-40B4-BE49-F238E27FC236}">
                <a16:creationId xmlns:a16="http://schemas.microsoft.com/office/drawing/2014/main" xmlns="" id="{576E8A11-AA42-4E49-B5D5-5D67DB522246}"/>
              </a:ext>
            </a:extLst>
          </p:cNvPr>
          <p:cNvSpPr/>
          <p:nvPr/>
        </p:nvSpPr>
        <p:spPr>
          <a:xfrm>
            <a:off x="1817688" y="2251075"/>
            <a:ext cx="392112" cy="152400"/>
          </a:xfrm>
          <a:prstGeom prst="rect">
            <a:avLst/>
          </a:prstGeom>
          <a:blipFill>
            <a:blip r:embed="rId20" cstate="print"/>
            <a:stretch>
              <a:fillRect/>
            </a:stretch>
          </a:blipFill>
        </p:spPr>
        <p:txBody>
          <a:bodyPr lIns="0" tIns="0" rIns="0" bIns="0"/>
          <a:lstStyle/>
          <a:p>
            <a:pPr eaLnBrk="1" fontAlgn="auto" hangingPunct="1">
              <a:spcBef>
                <a:spcPts val="0"/>
              </a:spcBef>
              <a:spcAft>
                <a:spcPts val="0"/>
              </a:spcAft>
              <a:defRPr/>
            </a:pPr>
            <a:endParaRPr sz="1412">
              <a:latin typeface="+mn-lt"/>
            </a:endParaRPr>
          </a:p>
        </p:txBody>
      </p:sp>
      <p:sp>
        <p:nvSpPr>
          <p:cNvPr id="326" name="object 326">
            <a:extLst>
              <a:ext uri="{FF2B5EF4-FFF2-40B4-BE49-F238E27FC236}">
                <a16:creationId xmlns:a16="http://schemas.microsoft.com/office/drawing/2014/main" xmlns="" id="{302899DD-585E-8042-B0D1-4F916C97E479}"/>
              </a:ext>
            </a:extLst>
          </p:cNvPr>
          <p:cNvSpPr/>
          <p:nvPr/>
        </p:nvSpPr>
        <p:spPr>
          <a:xfrm>
            <a:off x="6140450" y="3306763"/>
            <a:ext cx="1320800" cy="914400"/>
          </a:xfrm>
          <a:prstGeom prst="rect">
            <a:avLst/>
          </a:prstGeom>
          <a:blipFill>
            <a:blip r:embed="rId21" cstate="print"/>
            <a:stretch>
              <a:fillRect/>
            </a:stretch>
          </a:blipFill>
        </p:spPr>
        <p:txBody>
          <a:bodyPr lIns="0" tIns="0" rIns="0" bIns="0"/>
          <a:lstStyle/>
          <a:p>
            <a:pPr eaLnBrk="1" fontAlgn="auto" hangingPunct="1">
              <a:spcBef>
                <a:spcPts val="0"/>
              </a:spcBef>
              <a:spcAft>
                <a:spcPts val="0"/>
              </a:spcAft>
              <a:defRPr/>
            </a:pPr>
            <a:endParaRPr sz="1412">
              <a:latin typeface="+mn-lt"/>
            </a:endParaRPr>
          </a:p>
        </p:txBody>
      </p:sp>
      <p:sp>
        <p:nvSpPr>
          <p:cNvPr id="45058" name="TextBox 45057">
            <a:extLst>
              <a:ext uri="{FF2B5EF4-FFF2-40B4-BE49-F238E27FC236}">
                <a16:creationId xmlns:a16="http://schemas.microsoft.com/office/drawing/2014/main" xmlns="" id="{F7BE1381-9B72-FA5D-F0E8-28F2D8850653}"/>
              </a:ext>
            </a:extLst>
          </p:cNvPr>
          <p:cNvSpPr txBox="1"/>
          <p:nvPr/>
        </p:nvSpPr>
        <p:spPr>
          <a:xfrm>
            <a:off x="4924425" y="5288260"/>
            <a:ext cx="2508247" cy="523220"/>
          </a:xfrm>
          <a:prstGeom prst="rect">
            <a:avLst/>
          </a:prstGeom>
          <a:noFill/>
        </p:spPr>
        <p:txBody>
          <a:bodyPr wrap="square" rtlCol="0">
            <a:spAutoFit/>
          </a:bodyPr>
          <a:lstStyle/>
          <a:p>
            <a:r>
              <a:rPr lang="en-US" sz="1400" dirty="0"/>
              <a:t>secondary/supporting actors on the right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2">
            <a:extLst>
              <a:ext uri="{FF2B5EF4-FFF2-40B4-BE49-F238E27FC236}">
                <a16:creationId xmlns:a16="http://schemas.microsoft.com/office/drawing/2014/main" xmlns="" id="{D7C5BFAB-E16C-4859-B755-BCB543B9B4E6}"/>
              </a:ext>
            </a:extLst>
          </p:cNvPr>
          <p:cNvSpPr>
            <a:spLocks noGrp="1"/>
          </p:cNvSpPr>
          <p:nvPr>
            <p:ph type="title"/>
          </p:nvPr>
        </p:nvSpPr>
        <p:spPr/>
        <p:txBody>
          <a:bodyPr anchor="t"/>
          <a:lstStyle/>
          <a:p>
            <a:pPr algn="ctr" eaLnBrk="1" hangingPunct="1"/>
            <a:r>
              <a:rPr lang="en-US" altLang="en-US" dirty="0"/>
              <a:t>Syntax for Use Case Diagram</a:t>
            </a:r>
          </a:p>
        </p:txBody>
      </p:sp>
      <p:pic>
        <p:nvPicPr>
          <p:cNvPr id="46083" name="Picture 3" descr="Chapter_15_illus15">
            <a:extLst>
              <a:ext uri="{FF2B5EF4-FFF2-40B4-BE49-F238E27FC236}">
                <a16:creationId xmlns:a16="http://schemas.microsoft.com/office/drawing/2014/main" xmlns="" id="{C2D039A2-E0E9-4D88-9FCD-4DB8C3A500B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1568" t="32576" r="42825" b="31061"/>
          <a:stretch>
            <a:fillRect/>
          </a:stretch>
        </p:blipFill>
        <p:spPr bwMode="auto">
          <a:xfrm>
            <a:off x="230980" y="1096963"/>
            <a:ext cx="5605463" cy="5486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6084" name="object 5">
            <a:extLst>
              <a:ext uri="{FF2B5EF4-FFF2-40B4-BE49-F238E27FC236}">
                <a16:creationId xmlns:a16="http://schemas.microsoft.com/office/drawing/2014/main" xmlns="" id="{CD98C191-1AEC-41A3-96EC-7689ACE36FD2}"/>
              </a:ext>
            </a:extLst>
          </p:cNvPr>
          <p:cNvGrpSpPr>
            <a:grpSpLocks/>
          </p:cNvGrpSpPr>
          <p:nvPr/>
        </p:nvGrpSpPr>
        <p:grpSpPr bwMode="auto">
          <a:xfrm>
            <a:off x="6286500" y="3736975"/>
            <a:ext cx="1524000" cy="838200"/>
            <a:chOff x="7258050" y="1866900"/>
            <a:chExt cx="1524000" cy="838200"/>
          </a:xfrm>
        </p:grpSpPr>
        <p:sp>
          <p:nvSpPr>
            <p:cNvPr id="46090" name="object 6">
              <a:extLst>
                <a:ext uri="{FF2B5EF4-FFF2-40B4-BE49-F238E27FC236}">
                  <a16:creationId xmlns:a16="http://schemas.microsoft.com/office/drawing/2014/main" xmlns="" id="{FEB81EAF-B3C8-4CAE-ACBA-D5CE402C9817}"/>
                </a:ext>
              </a:extLst>
            </p:cNvPr>
            <p:cNvSpPr>
              <a:spLocks/>
            </p:cNvSpPr>
            <p:nvPr/>
          </p:nvSpPr>
          <p:spPr bwMode="auto">
            <a:xfrm>
              <a:off x="7258050" y="1866900"/>
              <a:ext cx="1524000" cy="838200"/>
            </a:xfrm>
            <a:custGeom>
              <a:avLst/>
              <a:gdLst>
                <a:gd name="T0" fmla="*/ 702511 w 1524000"/>
                <a:gd name="T1" fmla="*/ 1263 h 838200"/>
                <a:gd name="T2" fmla="*/ 587428 w 1524000"/>
                <a:gd name="T3" fmla="*/ 11085 h 838200"/>
                <a:gd name="T4" fmla="*/ 478675 w 1524000"/>
                <a:gd name="T5" fmla="*/ 30011 h 838200"/>
                <a:gd name="T6" fmla="*/ 377613 w 1524000"/>
                <a:gd name="T7" fmla="*/ 57291 h 838200"/>
                <a:gd name="T8" fmla="*/ 285605 w 1524000"/>
                <a:gd name="T9" fmla="*/ 92173 h 838200"/>
                <a:gd name="T10" fmla="*/ 204014 w 1524000"/>
                <a:gd name="T11" fmla="*/ 133907 h 838200"/>
                <a:gd name="T12" fmla="*/ 134202 w 1524000"/>
                <a:gd name="T13" fmla="*/ 181743 h 838200"/>
                <a:gd name="T14" fmla="*/ 54551 w 1524000"/>
                <a:gd name="T15" fmla="*/ 263297 h 838200"/>
                <a:gd name="T16" fmla="*/ 2295 w 1524000"/>
                <a:gd name="T17" fmla="*/ 386389 h 838200"/>
                <a:gd name="T18" fmla="*/ 2295 w 1524000"/>
                <a:gd name="T19" fmla="*/ 451810 h 838200"/>
                <a:gd name="T20" fmla="*/ 54551 w 1524000"/>
                <a:gd name="T21" fmla="*/ 574902 h 838200"/>
                <a:gd name="T22" fmla="*/ 134202 w 1524000"/>
                <a:gd name="T23" fmla="*/ 656456 h 838200"/>
                <a:gd name="T24" fmla="*/ 204014 w 1524000"/>
                <a:gd name="T25" fmla="*/ 704292 h 838200"/>
                <a:gd name="T26" fmla="*/ 285605 w 1524000"/>
                <a:gd name="T27" fmla="*/ 746026 h 838200"/>
                <a:gd name="T28" fmla="*/ 377613 w 1524000"/>
                <a:gd name="T29" fmla="*/ 780908 h 838200"/>
                <a:gd name="T30" fmla="*/ 478675 w 1524000"/>
                <a:gd name="T31" fmla="*/ 808188 h 838200"/>
                <a:gd name="T32" fmla="*/ 587428 w 1524000"/>
                <a:gd name="T33" fmla="*/ 827114 h 838200"/>
                <a:gd name="T34" fmla="*/ 702511 w 1524000"/>
                <a:gd name="T35" fmla="*/ 836936 h 838200"/>
                <a:gd name="T36" fmla="*/ 821488 w 1524000"/>
                <a:gd name="T37" fmla="*/ 836936 h 838200"/>
                <a:gd name="T38" fmla="*/ 936571 w 1524000"/>
                <a:gd name="T39" fmla="*/ 827114 h 838200"/>
                <a:gd name="T40" fmla="*/ 1045324 w 1524000"/>
                <a:gd name="T41" fmla="*/ 808188 h 838200"/>
                <a:gd name="T42" fmla="*/ 1146386 w 1524000"/>
                <a:gd name="T43" fmla="*/ 780908 h 838200"/>
                <a:gd name="T44" fmla="*/ 1238394 w 1524000"/>
                <a:gd name="T45" fmla="*/ 746026 h 838200"/>
                <a:gd name="T46" fmla="*/ 1319985 w 1524000"/>
                <a:gd name="T47" fmla="*/ 704292 h 838200"/>
                <a:gd name="T48" fmla="*/ 1389797 w 1524000"/>
                <a:gd name="T49" fmla="*/ 656456 h 838200"/>
                <a:gd name="T50" fmla="*/ 1469448 w 1524000"/>
                <a:gd name="T51" fmla="*/ 574902 h 838200"/>
                <a:gd name="T52" fmla="*/ 1521704 w 1524000"/>
                <a:gd name="T53" fmla="*/ 451810 h 838200"/>
                <a:gd name="T54" fmla="*/ 1521704 w 1524000"/>
                <a:gd name="T55" fmla="*/ 386389 h 838200"/>
                <a:gd name="T56" fmla="*/ 1469448 w 1524000"/>
                <a:gd name="T57" fmla="*/ 263297 h 838200"/>
                <a:gd name="T58" fmla="*/ 1389797 w 1524000"/>
                <a:gd name="T59" fmla="*/ 181743 h 838200"/>
                <a:gd name="T60" fmla="*/ 1319985 w 1524000"/>
                <a:gd name="T61" fmla="*/ 133907 h 838200"/>
                <a:gd name="T62" fmla="*/ 1238394 w 1524000"/>
                <a:gd name="T63" fmla="*/ 92173 h 838200"/>
                <a:gd name="T64" fmla="*/ 1146386 w 1524000"/>
                <a:gd name="T65" fmla="*/ 57291 h 838200"/>
                <a:gd name="T66" fmla="*/ 1045324 w 1524000"/>
                <a:gd name="T67" fmla="*/ 30011 h 838200"/>
                <a:gd name="T68" fmla="*/ 936571 w 1524000"/>
                <a:gd name="T69" fmla="*/ 11085 h 838200"/>
                <a:gd name="T70" fmla="*/ 821488 w 1524000"/>
                <a:gd name="T71" fmla="*/ 1263 h 83820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1524000" h="838200">
                  <a:moveTo>
                    <a:pt x="762000" y="0"/>
                  </a:moveTo>
                  <a:lnTo>
                    <a:pt x="702511" y="1263"/>
                  </a:lnTo>
                  <a:lnTo>
                    <a:pt x="644263" y="4989"/>
                  </a:lnTo>
                  <a:lnTo>
                    <a:pt x="587428" y="11085"/>
                  </a:lnTo>
                  <a:lnTo>
                    <a:pt x="532175" y="19457"/>
                  </a:lnTo>
                  <a:lnTo>
                    <a:pt x="478675" y="30011"/>
                  </a:lnTo>
                  <a:lnTo>
                    <a:pt x="427097" y="42654"/>
                  </a:lnTo>
                  <a:lnTo>
                    <a:pt x="377613" y="57291"/>
                  </a:lnTo>
                  <a:lnTo>
                    <a:pt x="330392" y="73828"/>
                  </a:lnTo>
                  <a:lnTo>
                    <a:pt x="285605" y="92173"/>
                  </a:lnTo>
                  <a:lnTo>
                    <a:pt x="243422" y="112230"/>
                  </a:lnTo>
                  <a:lnTo>
                    <a:pt x="204014" y="133907"/>
                  </a:lnTo>
                  <a:lnTo>
                    <a:pt x="167551" y="157109"/>
                  </a:lnTo>
                  <a:lnTo>
                    <a:pt x="134202" y="181743"/>
                  </a:lnTo>
                  <a:lnTo>
                    <a:pt x="104140" y="207715"/>
                  </a:lnTo>
                  <a:lnTo>
                    <a:pt x="54551" y="263297"/>
                  </a:lnTo>
                  <a:lnTo>
                    <a:pt x="20149" y="323105"/>
                  </a:lnTo>
                  <a:lnTo>
                    <a:pt x="2295" y="386389"/>
                  </a:lnTo>
                  <a:lnTo>
                    <a:pt x="0" y="419100"/>
                  </a:lnTo>
                  <a:lnTo>
                    <a:pt x="2295" y="451810"/>
                  </a:lnTo>
                  <a:lnTo>
                    <a:pt x="20149" y="515094"/>
                  </a:lnTo>
                  <a:lnTo>
                    <a:pt x="54551" y="574902"/>
                  </a:lnTo>
                  <a:lnTo>
                    <a:pt x="104140" y="630484"/>
                  </a:lnTo>
                  <a:lnTo>
                    <a:pt x="134202" y="656456"/>
                  </a:lnTo>
                  <a:lnTo>
                    <a:pt x="167551" y="681090"/>
                  </a:lnTo>
                  <a:lnTo>
                    <a:pt x="204014" y="704292"/>
                  </a:lnTo>
                  <a:lnTo>
                    <a:pt x="243422" y="725969"/>
                  </a:lnTo>
                  <a:lnTo>
                    <a:pt x="285605" y="746026"/>
                  </a:lnTo>
                  <a:lnTo>
                    <a:pt x="330392" y="764371"/>
                  </a:lnTo>
                  <a:lnTo>
                    <a:pt x="377613" y="780908"/>
                  </a:lnTo>
                  <a:lnTo>
                    <a:pt x="427097" y="795545"/>
                  </a:lnTo>
                  <a:lnTo>
                    <a:pt x="478675" y="808188"/>
                  </a:lnTo>
                  <a:lnTo>
                    <a:pt x="532175" y="818742"/>
                  </a:lnTo>
                  <a:lnTo>
                    <a:pt x="587428" y="827114"/>
                  </a:lnTo>
                  <a:lnTo>
                    <a:pt x="644263" y="833210"/>
                  </a:lnTo>
                  <a:lnTo>
                    <a:pt x="702511" y="836936"/>
                  </a:lnTo>
                  <a:lnTo>
                    <a:pt x="762000" y="838200"/>
                  </a:lnTo>
                  <a:lnTo>
                    <a:pt x="821488" y="836936"/>
                  </a:lnTo>
                  <a:lnTo>
                    <a:pt x="879736" y="833210"/>
                  </a:lnTo>
                  <a:lnTo>
                    <a:pt x="936571" y="827114"/>
                  </a:lnTo>
                  <a:lnTo>
                    <a:pt x="991824" y="818742"/>
                  </a:lnTo>
                  <a:lnTo>
                    <a:pt x="1045324" y="808188"/>
                  </a:lnTo>
                  <a:lnTo>
                    <a:pt x="1096902" y="795545"/>
                  </a:lnTo>
                  <a:lnTo>
                    <a:pt x="1146386" y="780908"/>
                  </a:lnTo>
                  <a:lnTo>
                    <a:pt x="1193607" y="764371"/>
                  </a:lnTo>
                  <a:lnTo>
                    <a:pt x="1238394" y="746026"/>
                  </a:lnTo>
                  <a:lnTo>
                    <a:pt x="1280577" y="725969"/>
                  </a:lnTo>
                  <a:lnTo>
                    <a:pt x="1319985" y="704292"/>
                  </a:lnTo>
                  <a:lnTo>
                    <a:pt x="1356448" y="681090"/>
                  </a:lnTo>
                  <a:lnTo>
                    <a:pt x="1389797" y="656456"/>
                  </a:lnTo>
                  <a:lnTo>
                    <a:pt x="1419859" y="630484"/>
                  </a:lnTo>
                  <a:lnTo>
                    <a:pt x="1469448" y="574902"/>
                  </a:lnTo>
                  <a:lnTo>
                    <a:pt x="1503850" y="515094"/>
                  </a:lnTo>
                  <a:lnTo>
                    <a:pt x="1521704" y="451810"/>
                  </a:lnTo>
                  <a:lnTo>
                    <a:pt x="1524000" y="419100"/>
                  </a:lnTo>
                  <a:lnTo>
                    <a:pt x="1521704" y="386389"/>
                  </a:lnTo>
                  <a:lnTo>
                    <a:pt x="1503850" y="323105"/>
                  </a:lnTo>
                  <a:lnTo>
                    <a:pt x="1469448" y="263297"/>
                  </a:lnTo>
                  <a:lnTo>
                    <a:pt x="1419859" y="207715"/>
                  </a:lnTo>
                  <a:lnTo>
                    <a:pt x="1389797" y="181743"/>
                  </a:lnTo>
                  <a:lnTo>
                    <a:pt x="1356448" y="157109"/>
                  </a:lnTo>
                  <a:lnTo>
                    <a:pt x="1319985" y="133907"/>
                  </a:lnTo>
                  <a:lnTo>
                    <a:pt x="1280577" y="112230"/>
                  </a:lnTo>
                  <a:lnTo>
                    <a:pt x="1238394" y="92173"/>
                  </a:lnTo>
                  <a:lnTo>
                    <a:pt x="1193607" y="73828"/>
                  </a:lnTo>
                  <a:lnTo>
                    <a:pt x="1146386" y="57291"/>
                  </a:lnTo>
                  <a:lnTo>
                    <a:pt x="1096902" y="42654"/>
                  </a:lnTo>
                  <a:lnTo>
                    <a:pt x="1045324" y="30011"/>
                  </a:lnTo>
                  <a:lnTo>
                    <a:pt x="991824" y="19457"/>
                  </a:lnTo>
                  <a:lnTo>
                    <a:pt x="936571" y="11085"/>
                  </a:lnTo>
                  <a:lnTo>
                    <a:pt x="879736" y="4989"/>
                  </a:lnTo>
                  <a:lnTo>
                    <a:pt x="821488" y="1263"/>
                  </a:lnTo>
                  <a:lnTo>
                    <a:pt x="76200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x-none"/>
            </a:p>
          </p:txBody>
        </p:sp>
        <p:sp>
          <p:nvSpPr>
            <p:cNvPr id="46091" name="object 7">
              <a:extLst>
                <a:ext uri="{FF2B5EF4-FFF2-40B4-BE49-F238E27FC236}">
                  <a16:creationId xmlns:a16="http://schemas.microsoft.com/office/drawing/2014/main" xmlns="" id="{DAFB4835-A32A-420D-A5C7-A152946CAB2F}"/>
                </a:ext>
              </a:extLst>
            </p:cNvPr>
            <p:cNvSpPr>
              <a:spLocks/>
            </p:cNvSpPr>
            <p:nvPr/>
          </p:nvSpPr>
          <p:spPr bwMode="auto">
            <a:xfrm>
              <a:off x="7258050" y="1866900"/>
              <a:ext cx="1524000" cy="838200"/>
            </a:xfrm>
            <a:custGeom>
              <a:avLst/>
              <a:gdLst>
                <a:gd name="T0" fmla="*/ 702511 w 1524000"/>
                <a:gd name="T1" fmla="*/ 836936 h 838200"/>
                <a:gd name="T2" fmla="*/ 587428 w 1524000"/>
                <a:gd name="T3" fmla="*/ 827114 h 838200"/>
                <a:gd name="T4" fmla="*/ 478675 w 1524000"/>
                <a:gd name="T5" fmla="*/ 808188 h 838200"/>
                <a:gd name="T6" fmla="*/ 377613 w 1524000"/>
                <a:gd name="T7" fmla="*/ 780908 h 838200"/>
                <a:gd name="T8" fmla="*/ 285605 w 1524000"/>
                <a:gd name="T9" fmla="*/ 746026 h 838200"/>
                <a:gd name="T10" fmla="*/ 204014 w 1524000"/>
                <a:gd name="T11" fmla="*/ 704292 h 838200"/>
                <a:gd name="T12" fmla="*/ 134202 w 1524000"/>
                <a:gd name="T13" fmla="*/ 656456 h 838200"/>
                <a:gd name="T14" fmla="*/ 54551 w 1524000"/>
                <a:gd name="T15" fmla="*/ 574902 h 838200"/>
                <a:gd name="T16" fmla="*/ 2295 w 1524000"/>
                <a:gd name="T17" fmla="*/ 451810 h 838200"/>
                <a:gd name="T18" fmla="*/ 2295 w 1524000"/>
                <a:gd name="T19" fmla="*/ 386389 h 838200"/>
                <a:gd name="T20" fmla="*/ 54551 w 1524000"/>
                <a:gd name="T21" fmla="*/ 263297 h 838200"/>
                <a:gd name="T22" fmla="*/ 134202 w 1524000"/>
                <a:gd name="T23" fmla="*/ 181743 h 838200"/>
                <a:gd name="T24" fmla="*/ 204014 w 1524000"/>
                <a:gd name="T25" fmla="*/ 133907 h 838200"/>
                <a:gd name="T26" fmla="*/ 285605 w 1524000"/>
                <a:gd name="T27" fmla="*/ 92173 h 838200"/>
                <a:gd name="T28" fmla="*/ 377613 w 1524000"/>
                <a:gd name="T29" fmla="*/ 57291 h 838200"/>
                <a:gd name="T30" fmla="*/ 478675 w 1524000"/>
                <a:gd name="T31" fmla="*/ 30011 h 838200"/>
                <a:gd name="T32" fmla="*/ 587428 w 1524000"/>
                <a:gd name="T33" fmla="*/ 11085 h 838200"/>
                <a:gd name="T34" fmla="*/ 702511 w 1524000"/>
                <a:gd name="T35" fmla="*/ 1263 h 838200"/>
                <a:gd name="T36" fmla="*/ 821488 w 1524000"/>
                <a:gd name="T37" fmla="*/ 1263 h 838200"/>
                <a:gd name="T38" fmla="*/ 936571 w 1524000"/>
                <a:gd name="T39" fmla="*/ 11085 h 838200"/>
                <a:gd name="T40" fmla="*/ 1045324 w 1524000"/>
                <a:gd name="T41" fmla="*/ 30011 h 838200"/>
                <a:gd name="T42" fmla="*/ 1146386 w 1524000"/>
                <a:gd name="T43" fmla="*/ 57291 h 838200"/>
                <a:gd name="T44" fmla="*/ 1238394 w 1524000"/>
                <a:gd name="T45" fmla="*/ 92173 h 838200"/>
                <a:gd name="T46" fmla="*/ 1319985 w 1524000"/>
                <a:gd name="T47" fmla="*/ 133907 h 838200"/>
                <a:gd name="T48" fmla="*/ 1389797 w 1524000"/>
                <a:gd name="T49" fmla="*/ 181743 h 838200"/>
                <a:gd name="T50" fmla="*/ 1469448 w 1524000"/>
                <a:gd name="T51" fmla="*/ 263297 h 838200"/>
                <a:gd name="T52" fmla="*/ 1521704 w 1524000"/>
                <a:gd name="T53" fmla="*/ 386389 h 838200"/>
                <a:gd name="T54" fmla="*/ 1521704 w 1524000"/>
                <a:gd name="T55" fmla="*/ 451810 h 838200"/>
                <a:gd name="T56" fmla="*/ 1469448 w 1524000"/>
                <a:gd name="T57" fmla="*/ 574902 h 838200"/>
                <a:gd name="T58" fmla="*/ 1389797 w 1524000"/>
                <a:gd name="T59" fmla="*/ 656456 h 838200"/>
                <a:gd name="T60" fmla="*/ 1319985 w 1524000"/>
                <a:gd name="T61" fmla="*/ 704292 h 838200"/>
                <a:gd name="T62" fmla="*/ 1238394 w 1524000"/>
                <a:gd name="T63" fmla="*/ 746026 h 838200"/>
                <a:gd name="T64" fmla="*/ 1146386 w 1524000"/>
                <a:gd name="T65" fmla="*/ 780908 h 838200"/>
                <a:gd name="T66" fmla="*/ 1045324 w 1524000"/>
                <a:gd name="T67" fmla="*/ 808188 h 838200"/>
                <a:gd name="T68" fmla="*/ 936571 w 1524000"/>
                <a:gd name="T69" fmla="*/ 827114 h 838200"/>
                <a:gd name="T70" fmla="*/ 821488 w 1524000"/>
                <a:gd name="T71" fmla="*/ 836936 h 83820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1524000" h="838200">
                  <a:moveTo>
                    <a:pt x="762000" y="838200"/>
                  </a:moveTo>
                  <a:lnTo>
                    <a:pt x="702511" y="836936"/>
                  </a:lnTo>
                  <a:lnTo>
                    <a:pt x="644263" y="833210"/>
                  </a:lnTo>
                  <a:lnTo>
                    <a:pt x="587428" y="827114"/>
                  </a:lnTo>
                  <a:lnTo>
                    <a:pt x="532175" y="818742"/>
                  </a:lnTo>
                  <a:lnTo>
                    <a:pt x="478675" y="808188"/>
                  </a:lnTo>
                  <a:lnTo>
                    <a:pt x="427097" y="795545"/>
                  </a:lnTo>
                  <a:lnTo>
                    <a:pt x="377613" y="780908"/>
                  </a:lnTo>
                  <a:lnTo>
                    <a:pt x="330392" y="764371"/>
                  </a:lnTo>
                  <a:lnTo>
                    <a:pt x="285605" y="746026"/>
                  </a:lnTo>
                  <a:lnTo>
                    <a:pt x="243422" y="725969"/>
                  </a:lnTo>
                  <a:lnTo>
                    <a:pt x="204014" y="704292"/>
                  </a:lnTo>
                  <a:lnTo>
                    <a:pt x="167551" y="681090"/>
                  </a:lnTo>
                  <a:lnTo>
                    <a:pt x="134202" y="656456"/>
                  </a:lnTo>
                  <a:lnTo>
                    <a:pt x="104140" y="630484"/>
                  </a:lnTo>
                  <a:lnTo>
                    <a:pt x="54551" y="574902"/>
                  </a:lnTo>
                  <a:lnTo>
                    <a:pt x="20149" y="515094"/>
                  </a:lnTo>
                  <a:lnTo>
                    <a:pt x="2295" y="451810"/>
                  </a:lnTo>
                  <a:lnTo>
                    <a:pt x="0" y="419100"/>
                  </a:lnTo>
                  <a:lnTo>
                    <a:pt x="2295" y="386389"/>
                  </a:lnTo>
                  <a:lnTo>
                    <a:pt x="20149" y="323105"/>
                  </a:lnTo>
                  <a:lnTo>
                    <a:pt x="54551" y="263297"/>
                  </a:lnTo>
                  <a:lnTo>
                    <a:pt x="104140" y="207715"/>
                  </a:lnTo>
                  <a:lnTo>
                    <a:pt x="134202" y="181743"/>
                  </a:lnTo>
                  <a:lnTo>
                    <a:pt x="167551" y="157109"/>
                  </a:lnTo>
                  <a:lnTo>
                    <a:pt x="204014" y="133907"/>
                  </a:lnTo>
                  <a:lnTo>
                    <a:pt x="243422" y="112230"/>
                  </a:lnTo>
                  <a:lnTo>
                    <a:pt x="285605" y="92173"/>
                  </a:lnTo>
                  <a:lnTo>
                    <a:pt x="330392" y="73828"/>
                  </a:lnTo>
                  <a:lnTo>
                    <a:pt x="377613" y="57291"/>
                  </a:lnTo>
                  <a:lnTo>
                    <a:pt x="427097" y="42654"/>
                  </a:lnTo>
                  <a:lnTo>
                    <a:pt x="478675" y="30011"/>
                  </a:lnTo>
                  <a:lnTo>
                    <a:pt x="532175" y="19457"/>
                  </a:lnTo>
                  <a:lnTo>
                    <a:pt x="587428" y="11085"/>
                  </a:lnTo>
                  <a:lnTo>
                    <a:pt x="644263" y="4989"/>
                  </a:lnTo>
                  <a:lnTo>
                    <a:pt x="702511" y="1263"/>
                  </a:lnTo>
                  <a:lnTo>
                    <a:pt x="762000" y="0"/>
                  </a:lnTo>
                  <a:lnTo>
                    <a:pt x="821488" y="1263"/>
                  </a:lnTo>
                  <a:lnTo>
                    <a:pt x="879736" y="4989"/>
                  </a:lnTo>
                  <a:lnTo>
                    <a:pt x="936571" y="11085"/>
                  </a:lnTo>
                  <a:lnTo>
                    <a:pt x="991824" y="19457"/>
                  </a:lnTo>
                  <a:lnTo>
                    <a:pt x="1045324" y="30011"/>
                  </a:lnTo>
                  <a:lnTo>
                    <a:pt x="1096902" y="42654"/>
                  </a:lnTo>
                  <a:lnTo>
                    <a:pt x="1146386" y="57291"/>
                  </a:lnTo>
                  <a:lnTo>
                    <a:pt x="1193607" y="73828"/>
                  </a:lnTo>
                  <a:lnTo>
                    <a:pt x="1238394" y="92173"/>
                  </a:lnTo>
                  <a:lnTo>
                    <a:pt x="1280577" y="112230"/>
                  </a:lnTo>
                  <a:lnTo>
                    <a:pt x="1319985" y="133907"/>
                  </a:lnTo>
                  <a:lnTo>
                    <a:pt x="1356448" y="157109"/>
                  </a:lnTo>
                  <a:lnTo>
                    <a:pt x="1389797" y="181743"/>
                  </a:lnTo>
                  <a:lnTo>
                    <a:pt x="1419859" y="207715"/>
                  </a:lnTo>
                  <a:lnTo>
                    <a:pt x="1469448" y="263297"/>
                  </a:lnTo>
                  <a:lnTo>
                    <a:pt x="1503850" y="323105"/>
                  </a:lnTo>
                  <a:lnTo>
                    <a:pt x="1521704" y="386389"/>
                  </a:lnTo>
                  <a:lnTo>
                    <a:pt x="1524000" y="419100"/>
                  </a:lnTo>
                  <a:lnTo>
                    <a:pt x="1521704" y="451810"/>
                  </a:lnTo>
                  <a:lnTo>
                    <a:pt x="1503850" y="515094"/>
                  </a:lnTo>
                  <a:lnTo>
                    <a:pt x="1469448" y="574902"/>
                  </a:lnTo>
                  <a:lnTo>
                    <a:pt x="1419859" y="630484"/>
                  </a:lnTo>
                  <a:lnTo>
                    <a:pt x="1389797" y="656456"/>
                  </a:lnTo>
                  <a:lnTo>
                    <a:pt x="1356448" y="681090"/>
                  </a:lnTo>
                  <a:lnTo>
                    <a:pt x="1319985" y="704292"/>
                  </a:lnTo>
                  <a:lnTo>
                    <a:pt x="1280577" y="725969"/>
                  </a:lnTo>
                  <a:lnTo>
                    <a:pt x="1238394" y="746026"/>
                  </a:lnTo>
                  <a:lnTo>
                    <a:pt x="1193607" y="764371"/>
                  </a:lnTo>
                  <a:lnTo>
                    <a:pt x="1146386" y="780908"/>
                  </a:lnTo>
                  <a:lnTo>
                    <a:pt x="1096902" y="795545"/>
                  </a:lnTo>
                  <a:lnTo>
                    <a:pt x="1045324" y="808188"/>
                  </a:lnTo>
                  <a:lnTo>
                    <a:pt x="991824" y="818742"/>
                  </a:lnTo>
                  <a:lnTo>
                    <a:pt x="936571" y="827114"/>
                  </a:lnTo>
                  <a:lnTo>
                    <a:pt x="879736" y="833210"/>
                  </a:lnTo>
                  <a:lnTo>
                    <a:pt x="821488" y="836936"/>
                  </a:lnTo>
                  <a:lnTo>
                    <a:pt x="762000" y="838200"/>
                  </a:lnTo>
                  <a:close/>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x-none"/>
            </a:p>
          </p:txBody>
        </p:sp>
      </p:grpSp>
      <p:sp>
        <p:nvSpPr>
          <p:cNvPr id="46085" name="object 9">
            <a:extLst>
              <a:ext uri="{FF2B5EF4-FFF2-40B4-BE49-F238E27FC236}">
                <a16:creationId xmlns:a16="http://schemas.microsoft.com/office/drawing/2014/main" xmlns="" id="{1B29BD0F-85F9-4681-9460-25FA4470503F}"/>
              </a:ext>
            </a:extLst>
          </p:cNvPr>
          <p:cNvSpPr>
            <a:spLocks noChangeArrowheads="1"/>
          </p:cNvSpPr>
          <p:nvPr/>
        </p:nvSpPr>
        <p:spPr bwMode="auto">
          <a:xfrm>
            <a:off x="6779051" y="2164251"/>
            <a:ext cx="677863" cy="1108075"/>
          </a:xfrm>
          <a:prstGeom prst="rect">
            <a:avLst/>
          </a:prstGeom>
          <a:blipFill dpi="0" rotWithShape="1">
            <a:blip r:embed="rId4"/>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en-US" sz="1600">
              <a:latin typeface="Arial" panose="020B0604020202020204" pitchFamily="34" charset="0"/>
              <a:cs typeface="Arial" panose="020B0604020202020204" pitchFamily="34" charset="0"/>
            </a:endParaRPr>
          </a:p>
        </p:txBody>
      </p:sp>
      <p:sp>
        <p:nvSpPr>
          <p:cNvPr id="46086" name="Rectangle 1">
            <a:extLst>
              <a:ext uri="{FF2B5EF4-FFF2-40B4-BE49-F238E27FC236}">
                <a16:creationId xmlns:a16="http://schemas.microsoft.com/office/drawing/2014/main" xmlns="" id="{EC79F924-3BC3-4B29-A6B0-A07B32D2BFD2}"/>
              </a:ext>
            </a:extLst>
          </p:cNvPr>
          <p:cNvSpPr>
            <a:spLocks noChangeArrowheads="1"/>
          </p:cNvSpPr>
          <p:nvPr/>
        </p:nvSpPr>
        <p:spPr bwMode="auto">
          <a:xfrm>
            <a:off x="6205538" y="4827588"/>
            <a:ext cx="1604962" cy="614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en-US" sz="1600">
              <a:latin typeface="Arial" panose="020B0604020202020204" pitchFamily="34" charset="0"/>
              <a:cs typeface="Arial" panose="020B0604020202020204" pitchFamily="34" charset="0"/>
            </a:endParaRPr>
          </a:p>
        </p:txBody>
      </p:sp>
      <p:sp>
        <p:nvSpPr>
          <p:cNvPr id="46087" name="Rectangle 2">
            <a:extLst>
              <a:ext uri="{FF2B5EF4-FFF2-40B4-BE49-F238E27FC236}">
                <a16:creationId xmlns:a16="http://schemas.microsoft.com/office/drawing/2014/main" xmlns="" id="{B781759F-AD07-4CC8-B440-749C9AEE7C1A}"/>
              </a:ext>
            </a:extLst>
          </p:cNvPr>
          <p:cNvSpPr>
            <a:spLocks noChangeArrowheads="1"/>
          </p:cNvSpPr>
          <p:nvPr/>
        </p:nvSpPr>
        <p:spPr bwMode="auto">
          <a:xfrm>
            <a:off x="6205538" y="5134769"/>
            <a:ext cx="2005013" cy="458787"/>
          </a:xfrm>
          <a:prstGeom prst="rect">
            <a:avLst/>
          </a:prstGeom>
          <a:solidFill>
            <a:srgbClr val="00B0F0"/>
          </a:solidFill>
          <a:ln w="9525" algn="ctr">
            <a:solidFill>
              <a:schemeClr val="tx1"/>
            </a:solidFill>
            <a:round/>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1600" dirty="0">
                <a:latin typeface="Arial" panose="020B0604020202020204" pitchFamily="34" charset="0"/>
                <a:cs typeface="Arial" panose="020B0604020202020204" pitchFamily="34" charset="0"/>
              </a:rPr>
              <a:t>Name of the system</a:t>
            </a:r>
          </a:p>
        </p:txBody>
      </p:sp>
      <p:sp>
        <p:nvSpPr>
          <p:cNvPr id="46088" name="object 11">
            <a:extLst>
              <a:ext uri="{FF2B5EF4-FFF2-40B4-BE49-F238E27FC236}">
                <a16:creationId xmlns:a16="http://schemas.microsoft.com/office/drawing/2014/main" xmlns="" id="{BCA6CDFF-2B2F-4417-852C-60D44F026D41}"/>
              </a:ext>
            </a:extLst>
          </p:cNvPr>
          <p:cNvSpPr>
            <a:spLocks/>
          </p:cNvSpPr>
          <p:nvPr/>
        </p:nvSpPr>
        <p:spPr bwMode="auto">
          <a:xfrm>
            <a:off x="6452821" y="6248400"/>
            <a:ext cx="1330325" cy="0"/>
          </a:xfrm>
          <a:custGeom>
            <a:avLst/>
            <a:gdLst>
              <a:gd name="T0" fmla="*/ 0 w 1329690"/>
              <a:gd name="T1" fmla="*/ 1332868 w 1329690"/>
              <a:gd name="T2" fmla="*/ 0 60000 65536"/>
              <a:gd name="T3" fmla="*/ 0 60000 65536"/>
            </a:gdLst>
            <a:ahLst/>
            <a:cxnLst>
              <a:cxn ang="T2">
                <a:pos x="T0" y="0"/>
              </a:cxn>
              <a:cxn ang="T3">
                <a:pos x="T1" y="0"/>
              </a:cxn>
            </a:cxnLst>
            <a:rect l="0" t="0" r="r" b="b"/>
            <a:pathLst>
              <a:path w="1329690">
                <a:moveTo>
                  <a:pt x="0" y="0"/>
                </a:moveTo>
                <a:lnTo>
                  <a:pt x="1329690" y="0"/>
                </a:lnTo>
              </a:path>
            </a:pathLst>
          </a:custGeom>
          <a:noFill/>
          <a:ln w="3175">
            <a:solidFill>
              <a:srgbClr val="000000"/>
            </a:solidFill>
            <a:prstDash val="sysDot"/>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x-none"/>
          </a:p>
        </p:txBody>
      </p:sp>
      <p:sp>
        <p:nvSpPr>
          <p:cNvPr id="46089" name="TextBox 12">
            <a:extLst>
              <a:ext uri="{FF2B5EF4-FFF2-40B4-BE49-F238E27FC236}">
                <a16:creationId xmlns:a16="http://schemas.microsoft.com/office/drawing/2014/main" xmlns="" id="{126AD589-7CA6-4480-A909-42161BF76698}"/>
              </a:ext>
            </a:extLst>
          </p:cNvPr>
          <p:cNvSpPr txBox="1">
            <a:spLocks noChangeArrowheads="1"/>
          </p:cNvSpPr>
          <p:nvPr/>
        </p:nvSpPr>
        <p:spPr bwMode="auto">
          <a:xfrm>
            <a:off x="6532563" y="1343422"/>
            <a:ext cx="1277937" cy="338138"/>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600" dirty="0">
                <a:latin typeface="Arial" panose="020B0604020202020204" pitchFamily="34" charset="0"/>
                <a:cs typeface="Arial" panose="020B0604020202020204" pitchFamily="34" charset="0"/>
              </a:rPr>
              <a:t>Notations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2">
            <a:extLst>
              <a:ext uri="{FF2B5EF4-FFF2-40B4-BE49-F238E27FC236}">
                <a16:creationId xmlns:a16="http://schemas.microsoft.com/office/drawing/2014/main" xmlns="" id="{0201E55D-516E-447F-BBBC-E92ADF16AB09}"/>
              </a:ext>
            </a:extLst>
          </p:cNvPr>
          <p:cNvSpPr>
            <a:spLocks noGrp="1"/>
          </p:cNvSpPr>
          <p:nvPr>
            <p:ph type="title"/>
          </p:nvPr>
        </p:nvSpPr>
        <p:spPr/>
        <p:txBody>
          <a:bodyPr anchor="t">
            <a:normAutofit/>
          </a:bodyPr>
          <a:lstStyle/>
          <a:p>
            <a:pPr algn="ctr" eaLnBrk="1" hangingPunct="1"/>
            <a:r>
              <a:rPr lang="en-US" altLang="en-US" dirty="0"/>
              <a:t>Use Case Diagram for Airline Booking System</a:t>
            </a:r>
          </a:p>
        </p:txBody>
      </p:sp>
      <p:sp>
        <p:nvSpPr>
          <p:cNvPr id="48132" name="Rectangle 1">
            <a:extLst>
              <a:ext uri="{FF2B5EF4-FFF2-40B4-BE49-F238E27FC236}">
                <a16:creationId xmlns:a16="http://schemas.microsoft.com/office/drawing/2014/main" xmlns="" id="{8C92FEBC-211A-421E-9872-C89018EE26D0}"/>
              </a:ext>
            </a:extLst>
          </p:cNvPr>
          <p:cNvSpPr>
            <a:spLocks noChangeArrowheads="1"/>
          </p:cNvSpPr>
          <p:nvPr/>
        </p:nvSpPr>
        <p:spPr bwMode="auto">
          <a:xfrm>
            <a:off x="2803525" y="3357563"/>
            <a:ext cx="223838" cy="344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en-US" sz="1600">
              <a:latin typeface="Arial" panose="020B0604020202020204" pitchFamily="34" charset="0"/>
              <a:cs typeface="Arial" panose="020B0604020202020204" pitchFamily="34" charset="0"/>
            </a:endParaRPr>
          </a:p>
        </p:txBody>
      </p:sp>
      <p:sp>
        <p:nvSpPr>
          <p:cNvPr id="48133" name="Rectangle 2">
            <a:extLst>
              <a:ext uri="{FF2B5EF4-FFF2-40B4-BE49-F238E27FC236}">
                <a16:creationId xmlns:a16="http://schemas.microsoft.com/office/drawing/2014/main" xmlns="" id="{38321D28-0549-417B-A0B5-E0ACFDCAEE80}"/>
              </a:ext>
            </a:extLst>
          </p:cNvPr>
          <p:cNvSpPr>
            <a:spLocks noChangeArrowheads="1"/>
          </p:cNvSpPr>
          <p:nvPr/>
        </p:nvSpPr>
        <p:spPr bwMode="auto">
          <a:xfrm>
            <a:off x="9144000" y="3030538"/>
            <a:ext cx="9144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en-US" sz="1600">
              <a:latin typeface="Arial" panose="020B0604020202020204" pitchFamily="34" charset="0"/>
              <a:cs typeface="Arial" panose="020B0604020202020204" pitchFamily="34" charset="0"/>
            </a:endParaRPr>
          </a:p>
        </p:txBody>
      </p:sp>
      <p:sp>
        <p:nvSpPr>
          <p:cNvPr id="48134" name="TextBox 4">
            <a:extLst>
              <a:ext uri="{FF2B5EF4-FFF2-40B4-BE49-F238E27FC236}">
                <a16:creationId xmlns:a16="http://schemas.microsoft.com/office/drawing/2014/main" xmlns="" id="{258F7E26-627D-44E0-8779-44AB2644B5A3}"/>
              </a:ext>
            </a:extLst>
          </p:cNvPr>
          <p:cNvSpPr txBox="1">
            <a:spLocks noChangeArrowheads="1"/>
          </p:cNvSpPr>
          <p:nvPr/>
        </p:nvSpPr>
        <p:spPr bwMode="auto">
          <a:xfrm>
            <a:off x="2767013" y="3487738"/>
            <a:ext cx="149225" cy="1476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en-US" sz="1600">
              <a:latin typeface="Arial" panose="020B0604020202020204" pitchFamily="34" charset="0"/>
              <a:cs typeface="Arial" panose="020B0604020202020204" pitchFamily="34" charset="0"/>
            </a:endParaRPr>
          </a:p>
        </p:txBody>
      </p:sp>
      <p:sp>
        <p:nvSpPr>
          <p:cNvPr id="48135" name="TextBox 7">
            <a:extLst>
              <a:ext uri="{FF2B5EF4-FFF2-40B4-BE49-F238E27FC236}">
                <a16:creationId xmlns:a16="http://schemas.microsoft.com/office/drawing/2014/main" xmlns="" id="{1148E9F5-ABF7-407B-880C-6CE0E127D2F2}"/>
              </a:ext>
            </a:extLst>
          </p:cNvPr>
          <p:cNvSpPr txBox="1">
            <a:spLocks noChangeArrowheads="1"/>
          </p:cNvSpPr>
          <p:nvPr/>
        </p:nvSpPr>
        <p:spPr bwMode="auto">
          <a:xfrm>
            <a:off x="4035425" y="4102100"/>
            <a:ext cx="147638" cy="1476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en-US" sz="1600">
              <a:latin typeface="Arial" panose="020B0604020202020204" pitchFamily="34" charset="0"/>
              <a:cs typeface="Arial" panose="020B0604020202020204" pitchFamily="34" charset="0"/>
            </a:endParaRPr>
          </a:p>
        </p:txBody>
      </p:sp>
      <p:sp>
        <p:nvSpPr>
          <p:cNvPr id="48136" name="TextBox 8">
            <a:extLst>
              <a:ext uri="{FF2B5EF4-FFF2-40B4-BE49-F238E27FC236}">
                <a16:creationId xmlns:a16="http://schemas.microsoft.com/office/drawing/2014/main" xmlns="" id="{25A20443-FC9B-4FD4-80F7-F6BBF0630C1C}"/>
              </a:ext>
            </a:extLst>
          </p:cNvPr>
          <p:cNvSpPr txBox="1">
            <a:spLocks noChangeArrowheads="1"/>
          </p:cNvSpPr>
          <p:nvPr/>
        </p:nvSpPr>
        <p:spPr bwMode="auto">
          <a:xfrm>
            <a:off x="5419725" y="2820988"/>
            <a:ext cx="147638" cy="1492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en-US" sz="1600">
              <a:latin typeface="Arial" panose="020B0604020202020204" pitchFamily="34" charset="0"/>
              <a:cs typeface="Arial" panose="020B0604020202020204" pitchFamily="34" charset="0"/>
            </a:endParaRPr>
          </a:p>
        </p:txBody>
      </p:sp>
      <p:sp>
        <p:nvSpPr>
          <p:cNvPr id="48137" name="TextBox 9">
            <a:extLst>
              <a:ext uri="{FF2B5EF4-FFF2-40B4-BE49-F238E27FC236}">
                <a16:creationId xmlns:a16="http://schemas.microsoft.com/office/drawing/2014/main" xmlns="" id="{1A331671-A777-4D3F-ACE2-88893F9596DE}"/>
              </a:ext>
            </a:extLst>
          </p:cNvPr>
          <p:cNvSpPr txBox="1">
            <a:spLocks noChangeArrowheads="1"/>
          </p:cNvSpPr>
          <p:nvPr/>
        </p:nvSpPr>
        <p:spPr bwMode="auto">
          <a:xfrm>
            <a:off x="4049713" y="5381625"/>
            <a:ext cx="147637" cy="1476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en-US" sz="1600">
              <a:latin typeface="Arial" panose="020B0604020202020204" pitchFamily="34" charset="0"/>
              <a:cs typeface="Arial" panose="020B0604020202020204" pitchFamily="34" charset="0"/>
            </a:endParaRPr>
          </a:p>
        </p:txBody>
      </p:sp>
      <p:sp>
        <p:nvSpPr>
          <p:cNvPr id="48138" name="TextBox 10">
            <a:extLst>
              <a:ext uri="{FF2B5EF4-FFF2-40B4-BE49-F238E27FC236}">
                <a16:creationId xmlns:a16="http://schemas.microsoft.com/office/drawing/2014/main" xmlns="" id="{D0471504-E755-462A-A593-D61738F743C3}"/>
              </a:ext>
            </a:extLst>
          </p:cNvPr>
          <p:cNvSpPr txBox="1">
            <a:spLocks noChangeArrowheads="1"/>
          </p:cNvSpPr>
          <p:nvPr/>
        </p:nvSpPr>
        <p:spPr bwMode="auto">
          <a:xfrm>
            <a:off x="6372225" y="2820988"/>
            <a:ext cx="149225" cy="1492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en-US" sz="1600">
              <a:latin typeface="Arial" panose="020B0604020202020204" pitchFamily="34" charset="0"/>
              <a:cs typeface="Arial" panose="020B0604020202020204" pitchFamily="34" charset="0"/>
            </a:endParaRPr>
          </a:p>
        </p:txBody>
      </p:sp>
      <p:sp>
        <p:nvSpPr>
          <p:cNvPr id="48139" name="TextBox 11">
            <a:extLst>
              <a:ext uri="{FF2B5EF4-FFF2-40B4-BE49-F238E27FC236}">
                <a16:creationId xmlns:a16="http://schemas.microsoft.com/office/drawing/2014/main" xmlns="" id="{4C24FD4E-D888-4203-B5C2-A7281249F18C}"/>
              </a:ext>
            </a:extLst>
          </p:cNvPr>
          <p:cNvSpPr txBox="1">
            <a:spLocks noChangeArrowheads="1"/>
          </p:cNvSpPr>
          <p:nvPr/>
        </p:nvSpPr>
        <p:spPr bwMode="auto">
          <a:xfrm>
            <a:off x="3154363" y="5364163"/>
            <a:ext cx="149225" cy="1476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en-US" sz="1600">
              <a:latin typeface="Arial" panose="020B0604020202020204" pitchFamily="34" charset="0"/>
              <a:cs typeface="Arial" panose="020B0604020202020204" pitchFamily="34" charset="0"/>
            </a:endParaRPr>
          </a:p>
        </p:txBody>
      </p:sp>
      <p:pic>
        <p:nvPicPr>
          <p:cNvPr id="3" name="Picture 2" descr="A diagram of flight tickets&#10;&#10;Description automatically generated">
            <a:extLst>
              <a:ext uri="{FF2B5EF4-FFF2-40B4-BE49-F238E27FC236}">
                <a16:creationId xmlns:a16="http://schemas.microsoft.com/office/drawing/2014/main" xmlns="" id="{1AA37292-796E-69D4-841F-B397962512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71600" y="1417638"/>
            <a:ext cx="6400800" cy="5364161"/>
          </a:xfrm>
          <a:prstGeom prst="rect">
            <a:avLst/>
          </a:prstGeom>
        </p:spPr>
      </p:pic>
      <p:sp>
        <p:nvSpPr>
          <p:cNvPr id="4" name="TextBox 3">
            <a:extLst>
              <a:ext uri="{FF2B5EF4-FFF2-40B4-BE49-F238E27FC236}">
                <a16:creationId xmlns:a16="http://schemas.microsoft.com/office/drawing/2014/main" xmlns="" id="{0A5FCBD9-17EB-8C98-8AFF-FEF0BF099007}"/>
              </a:ext>
            </a:extLst>
          </p:cNvPr>
          <p:cNvSpPr txBox="1"/>
          <p:nvPr/>
        </p:nvSpPr>
        <p:spPr>
          <a:xfrm>
            <a:off x="219269" y="5455444"/>
            <a:ext cx="1524000" cy="369332"/>
          </a:xfrm>
          <a:prstGeom prst="rect">
            <a:avLst/>
          </a:prstGeom>
          <a:noFill/>
        </p:spPr>
        <p:txBody>
          <a:bodyPr wrap="square" rtlCol="0">
            <a:spAutoFit/>
          </a:bodyPr>
          <a:lstStyle/>
          <a:p>
            <a:r>
              <a:rPr lang="en-US" dirty="0">
                <a:solidFill>
                  <a:schemeClr val="bg2">
                    <a:lumMod val="50000"/>
                  </a:schemeClr>
                </a:solidFill>
              </a:rPr>
              <a:t>Primary Actor</a:t>
            </a:r>
          </a:p>
        </p:txBody>
      </p:sp>
      <p:sp>
        <p:nvSpPr>
          <p:cNvPr id="5" name="TextBox 4">
            <a:extLst>
              <a:ext uri="{FF2B5EF4-FFF2-40B4-BE49-F238E27FC236}">
                <a16:creationId xmlns:a16="http://schemas.microsoft.com/office/drawing/2014/main" xmlns="" id="{4882A83C-5693-9660-CA91-CEDC1815220F}"/>
              </a:ext>
            </a:extLst>
          </p:cNvPr>
          <p:cNvSpPr txBox="1"/>
          <p:nvPr/>
        </p:nvSpPr>
        <p:spPr>
          <a:xfrm>
            <a:off x="6938963" y="2600881"/>
            <a:ext cx="1747837" cy="369332"/>
          </a:xfrm>
          <a:prstGeom prst="rect">
            <a:avLst/>
          </a:prstGeom>
          <a:noFill/>
        </p:spPr>
        <p:txBody>
          <a:bodyPr wrap="square" rtlCol="0">
            <a:spAutoFit/>
          </a:bodyPr>
          <a:lstStyle/>
          <a:p>
            <a:r>
              <a:rPr lang="en-US" dirty="0">
                <a:solidFill>
                  <a:schemeClr val="bg2">
                    <a:lumMod val="50000"/>
                  </a:schemeClr>
                </a:solidFill>
              </a:rPr>
              <a:t>Secondary Actor</a:t>
            </a:r>
          </a:p>
        </p:txBody>
      </p:sp>
      <p:cxnSp>
        <p:nvCxnSpPr>
          <p:cNvPr id="7" name="Straight Arrow Connector 6">
            <a:extLst>
              <a:ext uri="{FF2B5EF4-FFF2-40B4-BE49-F238E27FC236}">
                <a16:creationId xmlns:a16="http://schemas.microsoft.com/office/drawing/2014/main" xmlns="" id="{80F97C1F-7DD8-B905-E9C0-F64DFEA45E17}"/>
              </a:ext>
            </a:extLst>
          </p:cNvPr>
          <p:cNvCxnSpPr>
            <a:cxnSpLocks/>
          </p:cNvCxnSpPr>
          <p:nvPr/>
        </p:nvCxnSpPr>
        <p:spPr>
          <a:xfrm flipV="1">
            <a:off x="738982" y="4724400"/>
            <a:ext cx="785018" cy="787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xmlns="" id="{E45E3B7B-22AB-44F1-3800-1C770174D09A}"/>
              </a:ext>
            </a:extLst>
          </p:cNvPr>
          <p:cNvCxnSpPr>
            <a:cxnSpLocks/>
            <a:stCxn id="5" idx="2"/>
          </p:cNvCxnSpPr>
          <p:nvPr/>
        </p:nvCxnSpPr>
        <p:spPr>
          <a:xfrm flipH="1">
            <a:off x="7451124" y="2970213"/>
            <a:ext cx="361758" cy="9221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Title 2">
            <a:extLst>
              <a:ext uri="{FF2B5EF4-FFF2-40B4-BE49-F238E27FC236}">
                <a16:creationId xmlns:a16="http://schemas.microsoft.com/office/drawing/2014/main" xmlns="" id="{DBD5B559-1606-47E1-B47F-13B0752B15EB}"/>
              </a:ext>
            </a:extLst>
          </p:cNvPr>
          <p:cNvSpPr>
            <a:spLocks noGrp="1"/>
          </p:cNvSpPr>
          <p:nvPr>
            <p:ph type="title"/>
          </p:nvPr>
        </p:nvSpPr>
        <p:spPr/>
        <p:txBody>
          <a:bodyPr anchor="t"/>
          <a:lstStyle/>
          <a:p>
            <a:pPr eaLnBrk="1" hangingPunct="1"/>
            <a:r>
              <a:rPr lang="en-US" altLang="en-US"/>
              <a:t>Example</a:t>
            </a:r>
          </a:p>
        </p:txBody>
      </p:sp>
      <p:sp>
        <p:nvSpPr>
          <p:cNvPr id="6" name="Rounded Rectangle 5">
            <a:extLst>
              <a:ext uri="{FF2B5EF4-FFF2-40B4-BE49-F238E27FC236}">
                <a16:creationId xmlns:a16="http://schemas.microsoft.com/office/drawing/2014/main" xmlns="" id="{11EEDC45-BC75-CF4B-B746-2D673FA36DDB}"/>
              </a:ext>
            </a:extLst>
          </p:cNvPr>
          <p:cNvSpPr/>
          <p:nvPr/>
        </p:nvSpPr>
        <p:spPr>
          <a:xfrm>
            <a:off x="228600" y="1636712"/>
            <a:ext cx="3276600" cy="2514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400" b="1" dirty="0"/>
              <a:t>Requirement 1</a:t>
            </a:r>
          </a:p>
          <a:p>
            <a:pPr eaLnBrk="1" fontAlgn="auto" hangingPunct="1">
              <a:spcBef>
                <a:spcPts val="0"/>
              </a:spcBef>
              <a:spcAft>
                <a:spcPts val="0"/>
              </a:spcAft>
              <a:defRPr/>
            </a:pPr>
            <a:r>
              <a:rPr lang="en-US" sz="1400" b="1" dirty="0"/>
              <a:t>The content management system shall allow an </a:t>
            </a:r>
            <a:r>
              <a:rPr lang="en-US" sz="1400" b="1" i="1" u="sng" dirty="0"/>
              <a:t>administrator</a:t>
            </a:r>
            <a:r>
              <a:rPr lang="en-US" sz="1400" b="1" dirty="0"/>
              <a:t> to create a new blog account, provided the personal details of the new blogger are verified using the author credentials database.</a:t>
            </a:r>
            <a:r>
              <a:rPr lang="en-US" sz="1400" dirty="0"/>
              <a:t/>
            </a:r>
            <a:br>
              <a:rPr lang="en-US" sz="1400" dirty="0"/>
            </a:br>
            <a:endParaRPr lang="en-US" sz="1400" dirty="0"/>
          </a:p>
        </p:txBody>
      </p:sp>
      <p:sp>
        <p:nvSpPr>
          <p:cNvPr id="7" name="Oval 6">
            <a:extLst>
              <a:ext uri="{FF2B5EF4-FFF2-40B4-BE49-F238E27FC236}">
                <a16:creationId xmlns:a16="http://schemas.microsoft.com/office/drawing/2014/main" xmlns="" id="{E764B7F4-F582-7048-8AF7-A921EADB1DD7}"/>
              </a:ext>
            </a:extLst>
          </p:cNvPr>
          <p:cNvSpPr/>
          <p:nvPr/>
        </p:nvSpPr>
        <p:spPr>
          <a:xfrm>
            <a:off x="3733800" y="898525"/>
            <a:ext cx="2514600" cy="236220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anchor="ctr"/>
          <a:lstStyle/>
          <a:p>
            <a:pPr algn="ctr" eaLnBrk="1" fontAlgn="auto" hangingPunct="1">
              <a:spcBef>
                <a:spcPts val="0"/>
              </a:spcBef>
              <a:spcAft>
                <a:spcPts val="0"/>
              </a:spcAft>
              <a:defRPr/>
            </a:pPr>
            <a:r>
              <a:rPr lang="en-US" sz="1400" dirty="0"/>
              <a:t>The requirement indicates that that the </a:t>
            </a:r>
            <a:r>
              <a:rPr lang="en-US" sz="1400" b="1" i="1" u="sng" dirty="0"/>
              <a:t>Administrator</a:t>
            </a:r>
            <a:r>
              <a:rPr lang="en-US" sz="1400" dirty="0"/>
              <a:t> interacts with the system to create a new blogger's account</a:t>
            </a:r>
          </a:p>
        </p:txBody>
      </p:sp>
      <p:sp>
        <p:nvSpPr>
          <p:cNvPr id="8" name="Oval 7">
            <a:extLst>
              <a:ext uri="{FF2B5EF4-FFF2-40B4-BE49-F238E27FC236}">
                <a16:creationId xmlns:a16="http://schemas.microsoft.com/office/drawing/2014/main" xmlns="" id="{0ABFC3CA-11A0-4540-B787-B4435495BDE9}"/>
              </a:ext>
            </a:extLst>
          </p:cNvPr>
          <p:cNvSpPr/>
          <p:nvPr/>
        </p:nvSpPr>
        <p:spPr>
          <a:xfrm>
            <a:off x="6343650" y="1798637"/>
            <a:ext cx="2667000" cy="228600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eaLnBrk="1" fontAlgn="auto" hangingPunct="1">
              <a:spcBef>
                <a:spcPts val="0"/>
              </a:spcBef>
              <a:spcAft>
                <a:spcPts val="0"/>
              </a:spcAft>
              <a:defRPr/>
            </a:pPr>
            <a:r>
              <a:rPr lang="en-US" dirty="0"/>
              <a:t>The</a:t>
            </a:r>
          </a:p>
          <a:p>
            <a:pPr algn="ctr" eaLnBrk="1" fontAlgn="auto" hangingPunct="1">
              <a:spcBef>
                <a:spcPts val="0"/>
              </a:spcBef>
              <a:spcAft>
                <a:spcPts val="0"/>
              </a:spcAft>
              <a:defRPr/>
            </a:pPr>
            <a:r>
              <a:rPr lang="en-US" b="1" i="1" u="sng" dirty="0"/>
              <a:t>Administrator</a:t>
            </a:r>
            <a:r>
              <a:rPr lang="en-US" dirty="0"/>
              <a:t> </a:t>
            </a:r>
            <a:r>
              <a:rPr lang="en-US" i="1" dirty="0"/>
              <a:t>interacts with </a:t>
            </a:r>
            <a:r>
              <a:rPr lang="en-US" dirty="0"/>
              <a:t>the system and is </a:t>
            </a:r>
            <a:r>
              <a:rPr lang="en-US" i="1" dirty="0"/>
              <a:t>not part of </a:t>
            </a:r>
            <a:r>
              <a:rPr lang="en-US" dirty="0"/>
              <a:t>the system; thus, the Administrator</a:t>
            </a:r>
          </a:p>
          <a:p>
            <a:pPr algn="ctr" eaLnBrk="1" fontAlgn="auto" hangingPunct="1">
              <a:spcBef>
                <a:spcPts val="0"/>
              </a:spcBef>
              <a:spcAft>
                <a:spcPts val="0"/>
              </a:spcAft>
              <a:defRPr/>
            </a:pPr>
            <a:r>
              <a:rPr lang="en-US" dirty="0"/>
              <a:t>Is an </a:t>
            </a:r>
            <a:r>
              <a:rPr lang="en-US" b="1" i="1" u="sng" dirty="0"/>
              <a:t>Actor</a:t>
            </a:r>
            <a:r>
              <a:rPr lang="en-US" dirty="0"/>
              <a:t>.</a:t>
            </a:r>
          </a:p>
        </p:txBody>
      </p:sp>
      <p:pic>
        <p:nvPicPr>
          <p:cNvPr id="9" name="Picture 2">
            <a:extLst>
              <a:ext uri="{FF2B5EF4-FFF2-40B4-BE49-F238E27FC236}">
                <a16:creationId xmlns:a16="http://schemas.microsoft.com/office/drawing/2014/main" xmlns="" id="{2A877AFB-299F-4D95-BBAE-6B1D39B3C7E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00450" y="3527425"/>
            <a:ext cx="2647950" cy="1114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Rounded Rectangle 9">
            <a:extLst>
              <a:ext uri="{FF2B5EF4-FFF2-40B4-BE49-F238E27FC236}">
                <a16:creationId xmlns:a16="http://schemas.microsoft.com/office/drawing/2014/main" xmlns="" id="{5F896CC2-4C6A-C641-81D6-63CDCA6272BA}"/>
              </a:ext>
            </a:extLst>
          </p:cNvPr>
          <p:cNvSpPr/>
          <p:nvPr/>
        </p:nvSpPr>
        <p:spPr>
          <a:xfrm>
            <a:off x="1143000" y="4800600"/>
            <a:ext cx="6219825" cy="1158875"/>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eaLnBrk="1" fontAlgn="auto" hangingPunct="1">
              <a:spcBef>
                <a:spcPts val="0"/>
              </a:spcBef>
              <a:spcAft>
                <a:spcPts val="0"/>
              </a:spcAft>
              <a:defRPr/>
            </a:pPr>
            <a:r>
              <a:rPr lang="en-US" b="1" dirty="0">
                <a:solidFill>
                  <a:schemeClr val="tx1">
                    <a:lumMod val="85000"/>
                    <a:lumOff val="15000"/>
                  </a:schemeClr>
                </a:solidFill>
              </a:rPr>
              <a:t>It's actually worth being very careful when naming your actors. The best approach is to use a name that can be understood by both your customer </a:t>
            </a:r>
            <a:r>
              <a:rPr lang="en-US" b="1" i="1" dirty="0">
                <a:solidFill>
                  <a:schemeClr val="tx1">
                    <a:lumMod val="85000"/>
                    <a:lumOff val="15000"/>
                  </a:schemeClr>
                </a:solidFill>
              </a:rPr>
              <a:t>and </a:t>
            </a:r>
            <a:r>
              <a:rPr lang="en-US" b="1" dirty="0">
                <a:solidFill>
                  <a:schemeClr val="tx1">
                    <a:lumMod val="85000"/>
                    <a:lumOff val="15000"/>
                  </a:schemeClr>
                </a:solidFill>
              </a:rPr>
              <a:t>your system designers.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10"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Title 1">
            <a:extLst>
              <a:ext uri="{FF2B5EF4-FFF2-40B4-BE49-F238E27FC236}">
                <a16:creationId xmlns:a16="http://schemas.microsoft.com/office/drawing/2014/main" xmlns="" id="{0E393C08-4630-464E-9E1D-939AA422CED0}"/>
              </a:ext>
            </a:extLst>
          </p:cNvPr>
          <p:cNvSpPr>
            <a:spLocks noGrp="1"/>
          </p:cNvSpPr>
          <p:nvPr>
            <p:ph type="title"/>
          </p:nvPr>
        </p:nvSpPr>
        <p:spPr/>
        <p:txBody>
          <a:bodyPr/>
          <a:lstStyle/>
          <a:p>
            <a:pPr eaLnBrk="1" hangingPunct="1"/>
            <a:r>
              <a:rPr lang="en-US" altLang="en-US" dirty="0"/>
              <a:t>Example</a:t>
            </a:r>
          </a:p>
        </p:txBody>
      </p:sp>
      <p:sp>
        <p:nvSpPr>
          <p:cNvPr id="5" name="Content Placeholder 2">
            <a:extLst>
              <a:ext uri="{FF2B5EF4-FFF2-40B4-BE49-F238E27FC236}">
                <a16:creationId xmlns:a16="http://schemas.microsoft.com/office/drawing/2014/main" xmlns="" id="{E3499B54-05EA-F34C-9483-25E34D88EEFC}"/>
              </a:ext>
            </a:extLst>
          </p:cNvPr>
          <p:cNvSpPr>
            <a:spLocks noGrp="1"/>
          </p:cNvSpPr>
          <p:nvPr>
            <p:ph idx="1"/>
          </p:nvPr>
        </p:nvSpPr>
        <p:spPr/>
        <p:txBody>
          <a:bodyPr rtlCol="0">
            <a:normAutofit/>
          </a:bodyPr>
          <a:lstStyle/>
          <a:p>
            <a:pPr eaLnBrk="1" fontAlgn="auto" hangingPunct="1">
              <a:spcAft>
                <a:spcPts val="0"/>
              </a:spcAft>
              <a:defRPr/>
            </a:pPr>
            <a:r>
              <a:rPr lang="en-US" dirty="0"/>
              <a:t>What can be the use case in our Requirement 1?</a:t>
            </a:r>
          </a:p>
          <a:p>
            <a:pPr eaLnBrk="1" fontAlgn="auto" hangingPunct="1">
              <a:spcAft>
                <a:spcPts val="0"/>
              </a:spcAft>
              <a:defRPr/>
            </a:pPr>
            <a:endParaRPr lang="en-US" dirty="0"/>
          </a:p>
          <a:p>
            <a:pPr eaLnBrk="1" fontAlgn="auto" hangingPunct="1">
              <a:spcAft>
                <a:spcPts val="0"/>
              </a:spcAft>
              <a:defRPr/>
            </a:pPr>
            <a:endParaRPr lang="en-US" dirty="0"/>
          </a:p>
          <a:p>
            <a:pPr eaLnBrk="1" fontAlgn="auto" hangingPunct="1">
              <a:spcAft>
                <a:spcPts val="0"/>
              </a:spcAft>
              <a:defRPr/>
            </a:pPr>
            <a:endParaRPr lang="en-US" dirty="0"/>
          </a:p>
          <a:p>
            <a:pPr eaLnBrk="1" fontAlgn="auto" hangingPunct="1">
              <a:spcAft>
                <a:spcPts val="0"/>
              </a:spcAft>
              <a:defRPr/>
            </a:pPr>
            <a:endParaRPr lang="en-US" dirty="0"/>
          </a:p>
          <a:p>
            <a:pPr eaLnBrk="1" fontAlgn="auto" hangingPunct="1">
              <a:spcAft>
                <a:spcPts val="0"/>
              </a:spcAft>
              <a:defRPr/>
            </a:pPr>
            <a:endParaRPr lang="en-US" dirty="0"/>
          </a:p>
          <a:p>
            <a:pPr lvl="8">
              <a:defRPr/>
            </a:pPr>
            <a:endParaRPr lang="en-US" dirty="0"/>
          </a:p>
        </p:txBody>
      </p:sp>
      <p:sp>
        <p:nvSpPr>
          <p:cNvPr id="6" name="Rounded Rectangle 5">
            <a:extLst>
              <a:ext uri="{FF2B5EF4-FFF2-40B4-BE49-F238E27FC236}">
                <a16:creationId xmlns:a16="http://schemas.microsoft.com/office/drawing/2014/main" xmlns="" id="{C5F3ECB3-A1FD-AA4D-95C8-E54635BC5141}"/>
              </a:ext>
            </a:extLst>
          </p:cNvPr>
          <p:cNvSpPr/>
          <p:nvPr/>
        </p:nvSpPr>
        <p:spPr>
          <a:xfrm>
            <a:off x="1143000" y="2895600"/>
            <a:ext cx="3276600" cy="2514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600" b="1" dirty="0"/>
              <a:t>Requirement 1</a:t>
            </a:r>
          </a:p>
          <a:p>
            <a:pPr eaLnBrk="1" fontAlgn="auto" hangingPunct="1">
              <a:spcBef>
                <a:spcPts val="0"/>
              </a:spcBef>
              <a:spcAft>
                <a:spcPts val="0"/>
              </a:spcAft>
              <a:defRPr/>
            </a:pPr>
            <a:r>
              <a:rPr lang="en-US" sz="1600" b="1" dirty="0"/>
              <a:t>The content management system shall allow an </a:t>
            </a:r>
            <a:r>
              <a:rPr lang="en-US" sz="1600" b="1" i="1" u="sng" dirty="0"/>
              <a:t>administrator</a:t>
            </a:r>
            <a:r>
              <a:rPr lang="en-US" sz="1600" b="1" dirty="0"/>
              <a:t> to create a new blog account, provided the personal details of the new blogger are verified using the author credentials database.</a:t>
            </a:r>
            <a:r>
              <a:rPr lang="en-US" sz="1600" dirty="0"/>
              <a:t/>
            </a:r>
            <a:br>
              <a:rPr lang="en-US" sz="1600" dirty="0"/>
            </a:br>
            <a:endParaRPr lang="en-US" sz="1600" dirty="0"/>
          </a:p>
        </p:txBody>
      </p:sp>
      <p:sp>
        <p:nvSpPr>
          <p:cNvPr id="7" name="Oval 6">
            <a:extLst>
              <a:ext uri="{FF2B5EF4-FFF2-40B4-BE49-F238E27FC236}">
                <a16:creationId xmlns:a16="http://schemas.microsoft.com/office/drawing/2014/main" xmlns="" id="{0A9F10F1-99B8-3049-B5CC-15D2D1187512}"/>
              </a:ext>
            </a:extLst>
          </p:cNvPr>
          <p:cNvSpPr/>
          <p:nvPr/>
        </p:nvSpPr>
        <p:spPr>
          <a:xfrm>
            <a:off x="5184775" y="2319338"/>
            <a:ext cx="2286000" cy="1833562"/>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anchor="ctr"/>
          <a:lstStyle/>
          <a:p>
            <a:pPr algn="ctr" eaLnBrk="1" fontAlgn="auto" hangingPunct="1">
              <a:spcBef>
                <a:spcPts val="0"/>
              </a:spcBef>
              <a:spcAft>
                <a:spcPts val="0"/>
              </a:spcAft>
              <a:defRPr/>
            </a:pPr>
            <a:r>
              <a:rPr lang="en-US" dirty="0"/>
              <a:t>to create a new blog account</a:t>
            </a:r>
          </a:p>
        </p:txBody>
      </p:sp>
      <p:sp>
        <p:nvSpPr>
          <p:cNvPr id="8" name="TextBox 7">
            <a:extLst>
              <a:ext uri="{FF2B5EF4-FFF2-40B4-BE49-F238E27FC236}">
                <a16:creationId xmlns:a16="http://schemas.microsoft.com/office/drawing/2014/main" xmlns="" id="{D0F180CC-AA01-40E4-9B6E-47B2AE509428}"/>
              </a:ext>
            </a:extLst>
          </p:cNvPr>
          <p:cNvSpPr txBox="1">
            <a:spLocks noChangeArrowheads="1"/>
          </p:cNvSpPr>
          <p:nvPr/>
        </p:nvSpPr>
        <p:spPr bwMode="auto">
          <a:xfrm>
            <a:off x="5413375" y="4416425"/>
            <a:ext cx="24241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b="1" i="1" u="sng"/>
              <a:t>UML Representation</a:t>
            </a:r>
          </a:p>
          <a:p>
            <a:pPr eaLnBrk="1" hangingPunct="1"/>
            <a:endParaRPr lang="en-US" altLang="en-US"/>
          </a:p>
        </p:txBody>
      </p:sp>
      <p:pic>
        <p:nvPicPr>
          <p:cNvPr id="9" name="Picture 2">
            <a:extLst>
              <a:ext uri="{FF2B5EF4-FFF2-40B4-BE49-F238E27FC236}">
                <a16:creationId xmlns:a16="http://schemas.microsoft.com/office/drawing/2014/main" xmlns="" id="{55A74F8E-0D5A-4B13-B2EA-F0582F8CAF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67350" y="4764088"/>
            <a:ext cx="2370138" cy="1147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Title 1">
            <a:extLst>
              <a:ext uri="{FF2B5EF4-FFF2-40B4-BE49-F238E27FC236}">
                <a16:creationId xmlns:a16="http://schemas.microsoft.com/office/drawing/2014/main" xmlns="" id="{3AE8221F-5B26-49CB-9E93-391F57D6A839}"/>
              </a:ext>
            </a:extLst>
          </p:cNvPr>
          <p:cNvSpPr>
            <a:spLocks noGrp="1"/>
          </p:cNvSpPr>
          <p:nvPr>
            <p:ph type="title"/>
          </p:nvPr>
        </p:nvSpPr>
        <p:spPr/>
        <p:txBody>
          <a:bodyPr/>
          <a:lstStyle/>
          <a:p>
            <a:pPr eaLnBrk="1" hangingPunct="1"/>
            <a:r>
              <a:rPr lang="en-US" altLang="en-US"/>
              <a:t>Example (Cont)</a:t>
            </a:r>
          </a:p>
        </p:txBody>
      </p:sp>
      <p:sp>
        <p:nvSpPr>
          <p:cNvPr id="5" name="Rounded Rectangle 4">
            <a:extLst>
              <a:ext uri="{FF2B5EF4-FFF2-40B4-BE49-F238E27FC236}">
                <a16:creationId xmlns:a16="http://schemas.microsoft.com/office/drawing/2014/main" xmlns="" id="{12C6F698-547B-5F4D-8D70-2489A2A117BB}"/>
              </a:ext>
            </a:extLst>
          </p:cNvPr>
          <p:cNvSpPr/>
          <p:nvPr/>
        </p:nvSpPr>
        <p:spPr>
          <a:xfrm>
            <a:off x="228600" y="1654175"/>
            <a:ext cx="8458200" cy="2133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2400" b="1" dirty="0"/>
              <a:t>Requirement 2</a:t>
            </a:r>
          </a:p>
          <a:p>
            <a:pPr eaLnBrk="1" fontAlgn="auto" hangingPunct="1">
              <a:spcBef>
                <a:spcPts val="0"/>
              </a:spcBef>
              <a:spcAft>
                <a:spcPts val="0"/>
              </a:spcAft>
              <a:defRPr/>
            </a:pPr>
            <a:r>
              <a:rPr lang="en-US" sz="2000" b="1" dirty="0"/>
              <a:t>The content management system shall allow an administrator to create a new personal Wiki, provided the personal details of the applying author are verified using the Author Credentials Database.</a:t>
            </a:r>
            <a:r>
              <a:rPr lang="en-US" dirty="0"/>
              <a:t/>
            </a:r>
            <a:br>
              <a:rPr lang="en-US" dirty="0"/>
            </a:br>
            <a:endParaRPr lang="en-US" dirty="0"/>
          </a:p>
        </p:txBody>
      </p:sp>
      <p:pic>
        <p:nvPicPr>
          <p:cNvPr id="6" name="Picture 2">
            <a:extLst>
              <a:ext uri="{FF2B5EF4-FFF2-40B4-BE49-F238E27FC236}">
                <a16:creationId xmlns:a16="http://schemas.microsoft.com/office/drawing/2014/main" xmlns="" id="{93985708-AA6F-41A9-84D8-0EBAD3993B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2600" y="3886200"/>
            <a:ext cx="5181600" cy="289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1" name="object 4">
            <a:extLst>
              <a:ext uri="{FF2B5EF4-FFF2-40B4-BE49-F238E27FC236}">
                <a16:creationId xmlns:a16="http://schemas.microsoft.com/office/drawing/2014/main" xmlns="" id="{C45C0A49-2580-413D-8BC4-6BB798203C8D}"/>
              </a:ext>
            </a:extLst>
          </p:cNvPr>
          <p:cNvSpPr>
            <a:spLocks noChangeArrowheads="1"/>
          </p:cNvSpPr>
          <p:nvPr/>
        </p:nvSpPr>
        <p:spPr bwMode="auto">
          <a:xfrm>
            <a:off x="990600" y="1676400"/>
            <a:ext cx="7524750" cy="4486275"/>
          </a:xfrm>
          <a:prstGeom prst="rect">
            <a:avLst/>
          </a:prstGeom>
          <a:blipFill dpi="0" rotWithShape="1">
            <a:blip r:embed="rId3"/>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US" altLang="en-US"/>
          </a:p>
        </p:txBody>
      </p:sp>
      <p:sp>
        <p:nvSpPr>
          <p:cNvPr id="7" name="object 7">
            <a:extLst>
              <a:ext uri="{FF2B5EF4-FFF2-40B4-BE49-F238E27FC236}">
                <a16:creationId xmlns:a16="http://schemas.microsoft.com/office/drawing/2014/main" xmlns="" id="{59470395-D2D6-774D-967A-D2D916F1B6B0}"/>
              </a:ext>
            </a:extLst>
          </p:cNvPr>
          <p:cNvSpPr txBox="1"/>
          <p:nvPr/>
        </p:nvSpPr>
        <p:spPr>
          <a:xfrm>
            <a:off x="8369300" y="6742113"/>
            <a:ext cx="622300" cy="125412"/>
          </a:xfrm>
          <a:prstGeom prst="rect">
            <a:avLst/>
          </a:prstGeom>
        </p:spPr>
        <p:txBody>
          <a:bodyPr lIns="0" tIns="3810" rIns="0" bIns="0">
            <a:spAutoFit/>
          </a:bodyPr>
          <a:lstStyle/>
          <a:p>
            <a:pPr marL="12700">
              <a:spcBef>
                <a:spcPts val="30"/>
              </a:spcBef>
              <a:defRPr/>
            </a:pPr>
            <a:r>
              <a:rPr sz="700" spc="-5" dirty="0">
                <a:solidFill>
                  <a:srgbClr val="FFFFFF"/>
                </a:solidFill>
                <a:latin typeface="Arial"/>
                <a:cs typeface="Arial"/>
              </a:rPr>
              <a:t>Slide </a:t>
            </a:r>
            <a:r>
              <a:rPr sz="700" dirty="0">
                <a:solidFill>
                  <a:srgbClr val="FFFFFF"/>
                </a:solidFill>
                <a:latin typeface="Arial"/>
                <a:cs typeface="Arial"/>
              </a:rPr>
              <a:t>2 </a:t>
            </a:r>
            <a:r>
              <a:rPr sz="700" spc="-5" dirty="0">
                <a:solidFill>
                  <a:srgbClr val="FFFFFF"/>
                </a:solidFill>
                <a:latin typeface="Arial"/>
                <a:cs typeface="Arial"/>
              </a:rPr>
              <a:t>(of</a:t>
            </a:r>
            <a:r>
              <a:rPr sz="700" spc="100" dirty="0">
                <a:solidFill>
                  <a:srgbClr val="FFFFFF"/>
                </a:solidFill>
                <a:latin typeface="Arial"/>
                <a:cs typeface="Arial"/>
              </a:rPr>
              <a:t> </a:t>
            </a:r>
            <a:r>
              <a:rPr sz="700" spc="-5" dirty="0">
                <a:solidFill>
                  <a:srgbClr val="FFFFFF"/>
                </a:solidFill>
                <a:latin typeface="Arial"/>
                <a:cs typeface="Arial"/>
              </a:rPr>
              <a:t>48)</a:t>
            </a:r>
            <a:endParaRPr sz="700">
              <a:latin typeface="Arial"/>
              <a:cs typeface="Arial"/>
            </a:endParaRPr>
          </a:p>
        </p:txBody>
      </p:sp>
      <p:sp>
        <p:nvSpPr>
          <p:cNvPr id="4" name="Title 3">
            <a:extLst>
              <a:ext uri="{FF2B5EF4-FFF2-40B4-BE49-F238E27FC236}">
                <a16:creationId xmlns:a16="http://schemas.microsoft.com/office/drawing/2014/main" xmlns="" id="{3A180D1C-B394-471B-906A-1CD04D89414D}"/>
              </a:ext>
            </a:extLst>
          </p:cNvPr>
          <p:cNvSpPr>
            <a:spLocks noGrp="1"/>
          </p:cNvSpPr>
          <p:nvPr>
            <p:ph type="title"/>
          </p:nvPr>
        </p:nvSpPr>
        <p:spPr>
          <a:xfrm>
            <a:off x="457200" y="363538"/>
            <a:ext cx="8229600" cy="1143000"/>
          </a:xfrm>
        </p:spPr>
        <p:txBody>
          <a:bodyPr>
            <a:normAutofit fontScale="90000"/>
          </a:bodyPr>
          <a:lstStyle/>
          <a:p>
            <a:r>
              <a:rPr lang="en-US" sz="3200" b="1" spc="-5" dirty="0">
                <a:latin typeface="Arial"/>
                <a:cs typeface="Arial"/>
              </a:rPr>
              <a:t>Example of Stereotypes </a:t>
            </a:r>
            <a:r>
              <a:rPr lang="en-US" sz="3200" b="1" dirty="0">
                <a:latin typeface="Arial"/>
                <a:cs typeface="Arial"/>
              </a:rPr>
              <a:t>– </a:t>
            </a:r>
            <a:r>
              <a:rPr lang="en-US" sz="3200" b="1" spc="-10" dirty="0">
                <a:latin typeface="Arial"/>
                <a:cs typeface="Arial"/>
              </a:rPr>
              <a:t>Include </a:t>
            </a:r>
            <a:r>
              <a:rPr lang="en-US" sz="3200" b="1" spc="-5" dirty="0">
                <a:latin typeface="Arial"/>
                <a:cs typeface="Arial"/>
              </a:rPr>
              <a:t>and</a:t>
            </a:r>
            <a:r>
              <a:rPr lang="en-US" sz="3200" b="1" spc="-30" dirty="0">
                <a:latin typeface="Arial"/>
                <a:cs typeface="Arial"/>
              </a:rPr>
              <a:t> </a:t>
            </a:r>
            <a:r>
              <a:rPr lang="en-US" sz="3200" b="1" spc="-5" dirty="0">
                <a:latin typeface="Arial"/>
                <a:cs typeface="Arial"/>
              </a:rPr>
              <a:t>Extend</a:t>
            </a:r>
            <a:r>
              <a:rPr lang="en-US" sz="3200" dirty="0">
                <a:latin typeface="Arial"/>
                <a:cs typeface="Arial"/>
              </a:rPr>
              <a:t/>
            </a:r>
            <a:br>
              <a:rPr lang="en-US" sz="3200" dirty="0">
                <a:latin typeface="Arial"/>
                <a:cs typeface="Arial"/>
              </a:rPr>
            </a:br>
            <a:endParaRPr lang="x-none" dirty="0"/>
          </a:p>
        </p:txBody>
      </p:sp>
    </p:spTree>
  </p:cSld>
  <p:clrMapOvr>
    <a:masterClrMapping/>
  </p:clrMapOvr>
  <p:transition>
    <p:wipe dir="u"/>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a:extLst>
              <a:ext uri="{FF2B5EF4-FFF2-40B4-BE49-F238E27FC236}">
                <a16:creationId xmlns:a16="http://schemas.microsoft.com/office/drawing/2014/main" xmlns="" id="{59470395-D2D6-774D-967A-D2D916F1B6B0}"/>
              </a:ext>
            </a:extLst>
          </p:cNvPr>
          <p:cNvSpPr txBox="1"/>
          <p:nvPr/>
        </p:nvSpPr>
        <p:spPr>
          <a:xfrm>
            <a:off x="8369300" y="6742113"/>
            <a:ext cx="622300" cy="125412"/>
          </a:xfrm>
          <a:prstGeom prst="rect">
            <a:avLst/>
          </a:prstGeom>
        </p:spPr>
        <p:txBody>
          <a:bodyPr lIns="0" tIns="3810" rIns="0" bIns="0">
            <a:spAutoFit/>
          </a:bodyPr>
          <a:lstStyle/>
          <a:p>
            <a:pPr marL="12700">
              <a:spcBef>
                <a:spcPts val="30"/>
              </a:spcBef>
              <a:defRPr/>
            </a:pPr>
            <a:r>
              <a:rPr sz="700" spc="-5" dirty="0">
                <a:solidFill>
                  <a:srgbClr val="FFFFFF"/>
                </a:solidFill>
                <a:latin typeface="Arial"/>
                <a:cs typeface="Arial"/>
              </a:rPr>
              <a:t>Slide </a:t>
            </a:r>
            <a:r>
              <a:rPr sz="700" dirty="0">
                <a:solidFill>
                  <a:srgbClr val="FFFFFF"/>
                </a:solidFill>
                <a:latin typeface="Arial"/>
                <a:cs typeface="Arial"/>
              </a:rPr>
              <a:t>2 </a:t>
            </a:r>
            <a:r>
              <a:rPr sz="700" spc="-5" dirty="0">
                <a:solidFill>
                  <a:srgbClr val="FFFFFF"/>
                </a:solidFill>
                <a:latin typeface="Arial"/>
                <a:cs typeface="Arial"/>
              </a:rPr>
              <a:t>(of</a:t>
            </a:r>
            <a:r>
              <a:rPr sz="700" spc="100" dirty="0">
                <a:solidFill>
                  <a:srgbClr val="FFFFFF"/>
                </a:solidFill>
                <a:latin typeface="Arial"/>
                <a:cs typeface="Arial"/>
              </a:rPr>
              <a:t> </a:t>
            </a:r>
            <a:r>
              <a:rPr sz="700" spc="-5" dirty="0">
                <a:solidFill>
                  <a:srgbClr val="FFFFFF"/>
                </a:solidFill>
                <a:latin typeface="Arial"/>
                <a:cs typeface="Arial"/>
              </a:rPr>
              <a:t>48)</a:t>
            </a:r>
            <a:endParaRPr sz="700">
              <a:latin typeface="Arial"/>
              <a:cs typeface="Arial"/>
            </a:endParaRPr>
          </a:p>
        </p:txBody>
      </p:sp>
      <p:sp>
        <p:nvSpPr>
          <p:cNvPr id="4" name="Title 3">
            <a:extLst>
              <a:ext uri="{FF2B5EF4-FFF2-40B4-BE49-F238E27FC236}">
                <a16:creationId xmlns:a16="http://schemas.microsoft.com/office/drawing/2014/main" xmlns="" id="{3A180D1C-B394-471B-906A-1CD04D89414D}"/>
              </a:ext>
            </a:extLst>
          </p:cNvPr>
          <p:cNvSpPr>
            <a:spLocks noGrp="1"/>
          </p:cNvSpPr>
          <p:nvPr>
            <p:ph type="title"/>
          </p:nvPr>
        </p:nvSpPr>
        <p:spPr>
          <a:xfrm>
            <a:off x="457200" y="363538"/>
            <a:ext cx="8229600" cy="1143000"/>
          </a:xfrm>
        </p:spPr>
        <p:txBody>
          <a:bodyPr/>
          <a:lstStyle/>
          <a:p>
            <a:r>
              <a:rPr lang="en-US" sz="3200" b="1" spc="-5" dirty="0">
                <a:latin typeface="Arial"/>
                <a:cs typeface="Arial"/>
              </a:rPr>
              <a:t>Example </a:t>
            </a:r>
            <a:r>
              <a:rPr lang="en-US" sz="3200" b="1" dirty="0">
                <a:latin typeface="Arial"/>
                <a:cs typeface="Arial"/>
              </a:rPr>
              <a:t>– </a:t>
            </a:r>
            <a:r>
              <a:rPr lang="en-US" sz="3200" b="1" spc="-10" dirty="0">
                <a:latin typeface="Arial"/>
                <a:cs typeface="Arial"/>
              </a:rPr>
              <a:t>Include </a:t>
            </a:r>
            <a:r>
              <a:rPr lang="en-US" sz="3200" b="1" spc="-5" dirty="0">
                <a:latin typeface="Arial"/>
                <a:cs typeface="Arial"/>
              </a:rPr>
              <a:t>and</a:t>
            </a:r>
            <a:r>
              <a:rPr lang="en-US" sz="3200" b="1" spc="-30" dirty="0">
                <a:latin typeface="Arial"/>
                <a:cs typeface="Arial"/>
              </a:rPr>
              <a:t> </a:t>
            </a:r>
            <a:r>
              <a:rPr lang="en-US" sz="3200" b="1" spc="-5" dirty="0">
                <a:latin typeface="Arial"/>
                <a:cs typeface="Arial"/>
              </a:rPr>
              <a:t>Extend</a:t>
            </a:r>
            <a:r>
              <a:rPr lang="en-US" sz="3200" dirty="0">
                <a:latin typeface="Arial"/>
                <a:cs typeface="Arial"/>
              </a:rPr>
              <a:t/>
            </a:r>
            <a:br>
              <a:rPr lang="en-US" sz="3200" dirty="0">
                <a:latin typeface="Arial"/>
                <a:cs typeface="Arial"/>
              </a:rPr>
            </a:br>
            <a:endParaRPr lang="x-none" dirty="0"/>
          </a:p>
        </p:txBody>
      </p:sp>
      <p:pic>
        <p:nvPicPr>
          <p:cNvPr id="10" name="Picture 9" descr="A diagram of a business&#10;&#10;Description automatically generated">
            <a:extLst>
              <a:ext uri="{FF2B5EF4-FFF2-40B4-BE49-F238E27FC236}">
                <a16:creationId xmlns:a16="http://schemas.microsoft.com/office/drawing/2014/main" xmlns="" id="{3F15A299-0800-3B1D-22F7-963A8EC0172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71800" y="2209800"/>
            <a:ext cx="5105400" cy="2819400"/>
          </a:xfrm>
          <a:prstGeom prst="rect">
            <a:avLst/>
          </a:prstGeom>
        </p:spPr>
      </p:pic>
      <p:sp>
        <p:nvSpPr>
          <p:cNvPr id="11" name="object 9">
            <a:extLst>
              <a:ext uri="{FF2B5EF4-FFF2-40B4-BE49-F238E27FC236}">
                <a16:creationId xmlns:a16="http://schemas.microsoft.com/office/drawing/2014/main" xmlns="" id="{6D64043C-E7CE-0E99-DE5B-6BDCBB17CC11}"/>
              </a:ext>
            </a:extLst>
          </p:cNvPr>
          <p:cNvSpPr>
            <a:spLocks noChangeArrowheads="1"/>
          </p:cNvSpPr>
          <p:nvPr/>
        </p:nvSpPr>
        <p:spPr bwMode="auto">
          <a:xfrm>
            <a:off x="900143" y="3080266"/>
            <a:ext cx="914400" cy="1392238"/>
          </a:xfrm>
          <a:prstGeom prst="rect">
            <a:avLst/>
          </a:prstGeom>
          <a:blipFill dpi="0" rotWithShape="1">
            <a:blip r:embed="rId3"/>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en-US" sz="1600">
              <a:latin typeface="Arial" panose="020B06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xmlns="" id="{B3DF6F2E-9CF0-2A2F-38B3-CD4D76A506F1}"/>
              </a:ext>
            </a:extLst>
          </p:cNvPr>
          <p:cNvSpPr txBox="1"/>
          <p:nvPr/>
        </p:nvSpPr>
        <p:spPr>
          <a:xfrm>
            <a:off x="640081" y="4103172"/>
            <a:ext cx="1188719" cy="369332"/>
          </a:xfrm>
          <a:prstGeom prst="rect">
            <a:avLst/>
          </a:prstGeom>
          <a:noFill/>
        </p:spPr>
        <p:txBody>
          <a:bodyPr wrap="square" rtlCol="0">
            <a:spAutoFit/>
          </a:bodyPr>
          <a:lstStyle/>
          <a:p>
            <a:pPr algn="ctr"/>
            <a:r>
              <a:rPr lang="en-US" dirty="0"/>
              <a:t>User</a:t>
            </a:r>
          </a:p>
        </p:txBody>
      </p:sp>
      <p:cxnSp>
        <p:nvCxnSpPr>
          <p:cNvPr id="14" name="Straight Arrow Connector 13">
            <a:extLst>
              <a:ext uri="{FF2B5EF4-FFF2-40B4-BE49-F238E27FC236}">
                <a16:creationId xmlns:a16="http://schemas.microsoft.com/office/drawing/2014/main" xmlns="" id="{1318B9AF-4589-A662-1726-A7CF439E1138}"/>
              </a:ext>
            </a:extLst>
          </p:cNvPr>
          <p:cNvCxnSpPr/>
          <p:nvPr/>
        </p:nvCxnSpPr>
        <p:spPr>
          <a:xfrm flipV="1">
            <a:off x="1676400" y="2971800"/>
            <a:ext cx="1447800" cy="6096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 name="Straight Arrow Connector 15">
            <a:extLst>
              <a:ext uri="{FF2B5EF4-FFF2-40B4-BE49-F238E27FC236}">
                <a16:creationId xmlns:a16="http://schemas.microsoft.com/office/drawing/2014/main" xmlns="" id="{C5F46B99-D59E-91EE-1EB3-DAB8301A8162}"/>
              </a:ext>
            </a:extLst>
          </p:cNvPr>
          <p:cNvCxnSpPr/>
          <p:nvPr/>
        </p:nvCxnSpPr>
        <p:spPr>
          <a:xfrm>
            <a:off x="1676400" y="3619500"/>
            <a:ext cx="1447800" cy="66833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12791200"/>
      </p:ext>
    </p:extLst>
  </p:cSld>
  <p:clrMapOvr>
    <a:masterClrMapping/>
  </p:clrMapOvr>
  <p:transition>
    <p:wipe dir="u"/>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a:extLst>
              <a:ext uri="{FF2B5EF4-FFF2-40B4-BE49-F238E27FC236}">
                <a16:creationId xmlns:a16="http://schemas.microsoft.com/office/drawing/2014/main" xmlns="" id="{59470395-D2D6-774D-967A-D2D916F1B6B0}"/>
              </a:ext>
            </a:extLst>
          </p:cNvPr>
          <p:cNvSpPr txBox="1"/>
          <p:nvPr/>
        </p:nvSpPr>
        <p:spPr>
          <a:xfrm>
            <a:off x="8369300" y="6742113"/>
            <a:ext cx="622300" cy="125412"/>
          </a:xfrm>
          <a:prstGeom prst="rect">
            <a:avLst/>
          </a:prstGeom>
        </p:spPr>
        <p:txBody>
          <a:bodyPr lIns="0" tIns="3810" rIns="0" bIns="0">
            <a:spAutoFit/>
          </a:bodyPr>
          <a:lstStyle/>
          <a:p>
            <a:pPr marL="12700">
              <a:spcBef>
                <a:spcPts val="30"/>
              </a:spcBef>
              <a:defRPr/>
            </a:pPr>
            <a:r>
              <a:rPr sz="700" spc="-5" dirty="0">
                <a:solidFill>
                  <a:srgbClr val="FFFFFF"/>
                </a:solidFill>
                <a:latin typeface="Arial"/>
                <a:cs typeface="Arial"/>
              </a:rPr>
              <a:t>Slide </a:t>
            </a:r>
            <a:r>
              <a:rPr sz="700" dirty="0">
                <a:solidFill>
                  <a:srgbClr val="FFFFFF"/>
                </a:solidFill>
                <a:latin typeface="Arial"/>
                <a:cs typeface="Arial"/>
              </a:rPr>
              <a:t>2 </a:t>
            </a:r>
            <a:r>
              <a:rPr sz="700" spc="-5" dirty="0">
                <a:solidFill>
                  <a:srgbClr val="FFFFFF"/>
                </a:solidFill>
                <a:latin typeface="Arial"/>
                <a:cs typeface="Arial"/>
              </a:rPr>
              <a:t>(of</a:t>
            </a:r>
            <a:r>
              <a:rPr sz="700" spc="100" dirty="0">
                <a:solidFill>
                  <a:srgbClr val="FFFFFF"/>
                </a:solidFill>
                <a:latin typeface="Arial"/>
                <a:cs typeface="Arial"/>
              </a:rPr>
              <a:t> </a:t>
            </a:r>
            <a:r>
              <a:rPr sz="700" spc="-5" dirty="0">
                <a:solidFill>
                  <a:srgbClr val="FFFFFF"/>
                </a:solidFill>
                <a:latin typeface="Arial"/>
                <a:cs typeface="Arial"/>
              </a:rPr>
              <a:t>48)</a:t>
            </a:r>
            <a:endParaRPr sz="700">
              <a:latin typeface="Arial"/>
              <a:cs typeface="Arial"/>
            </a:endParaRPr>
          </a:p>
        </p:txBody>
      </p:sp>
      <p:sp>
        <p:nvSpPr>
          <p:cNvPr id="4" name="Title 3">
            <a:extLst>
              <a:ext uri="{FF2B5EF4-FFF2-40B4-BE49-F238E27FC236}">
                <a16:creationId xmlns:a16="http://schemas.microsoft.com/office/drawing/2014/main" xmlns="" id="{3A180D1C-B394-471B-906A-1CD04D89414D}"/>
              </a:ext>
            </a:extLst>
          </p:cNvPr>
          <p:cNvSpPr>
            <a:spLocks noGrp="1"/>
          </p:cNvSpPr>
          <p:nvPr>
            <p:ph type="title"/>
          </p:nvPr>
        </p:nvSpPr>
        <p:spPr>
          <a:xfrm>
            <a:off x="457200" y="363538"/>
            <a:ext cx="8229600" cy="1143000"/>
          </a:xfrm>
        </p:spPr>
        <p:txBody>
          <a:bodyPr/>
          <a:lstStyle/>
          <a:p>
            <a:r>
              <a:rPr lang="en-US" sz="3200" b="1" spc="-5" dirty="0">
                <a:latin typeface="Arial"/>
                <a:cs typeface="Arial"/>
              </a:rPr>
              <a:t>Example </a:t>
            </a:r>
            <a:r>
              <a:rPr lang="en-US" sz="3200" b="1" dirty="0">
                <a:latin typeface="Arial"/>
                <a:cs typeface="Arial"/>
              </a:rPr>
              <a:t>– </a:t>
            </a:r>
            <a:r>
              <a:rPr lang="en-US" sz="3200" b="1" spc="-10" dirty="0">
                <a:latin typeface="Arial"/>
                <a:cs typeface="Arial"/>
              </a:rPr>
              <a:t>Include </a:t>
            </a:r>
            <a:r>
              <a:rPr lang="en-US" sz="3200" b="1" spc="-5" dirty="0">
                <a:latin typeface="Arial"/>
                <a:cs typeface="Arial"/>
              </a:rPr>
              <a:t>and</a:t>
            </a:r>
            <a:r>
              <a:rPr lang="en-US" sz="3200" b="1" spc="-30" dirty="0">
                <a:latin typeface="Arial"/>
                <a:cs typeface="Arial"/>
              </a:rPr>
              <a:t> </a:t>
            </a:r>
            <a:r>
              <a:rPr lang="en-US" sz="3200" b="1" spc="-5" dirty="0">
                <a:latin typeface="Arial"/>
                <a:cs typeface="Arial"/>
              </a:rPr>
              <a:t>Extend</a:t>
            </a:r>
            <a:r>
              <a:rPr lang="en-US" sz="3200" dirty="0">
                <a:latin typeface="Arial"/>
                <a:cs typeface="Arial"/>
              </a:rPr>
              <a:t/>
            </a:r>
            <a:br>
              <a:rPr lang="en-US" sz="3200" dirty="0">
                <a:latin typeface="Arial"/>
                <a:cs typeface="Arial"/>
              </a:rPr>
            </a:br>
            <a:endParaRPr lang="x-none" dirty="0"/>
          </a:p>
        </p:txBody>
      </p:sp>
      <p:pic>
        <p:nvPicPr>
          <p:cNvPr id="5" name="Picture 4" descr="A diagram of a process&#10;&#10;Description automatically generated">
            <a:extLst>
              <a:ext uri="{FF2B5EF4-FFF2-40B4-BE49-F238E27FC236}">
                <a16:creationId xmlns:a16="http://schemas.microsoft.com/office/drawing/2014/main" xmlns="" id="{37408356-C5AD-00D0-E61B-66FDD5CCB33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99005" y="1981200"/>
            <a:ext cx="7170295" cy="3364523"/>
          </a:xfrm>
          <a:prstGeom prst="rect">
            <a:avLst/>
          </a:prstGeom>
        </p:spPr>
      </p:pic>
    </p:spTree>
    <p:extLst>
      <p:ext uri="{BB962C8B-B14F-4D97-AF65-F5344CB8AC3E}">
        <p14:creationId xmlns:p14="http://schemas.microsoft.com/office/powerpoint/2010/main" val="2389419052"/>
      </p:ext>
    </p:extLst>
  </p:cSld>
  <p:clrMapOvr>
    <a:masterClrMapping/>
  </p:clrMapOvr>
  <p:transition>
    <p:wipe dir="u"/>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a:extLst>
              <a:ext uri="{FF2B5EF4-FFF2-40B4-BE49-F238E27FC236}">
                <a16:creationId xmlns:a16="http://schemas.microsoft.com/office/drawing/2014/main" xmlns="" id="{6FB06711-442F-8047-898B-54F7707B9B1B}"/>
              </a:ext>
            </a:extLst>
          </p:cNvPr>
          <p:cNvSpPr txBox="1">
            <a:spLocks noGrp="1"/>
          </p:cNvSpPr>
          <p:nvPr>
            <p:ph type="title"/>
          </p:nvPr>
        </p:nvSpPr>
        <p:spPr>
          <a:xfrm>
            <a:off x="457200" y="585810"/>
            <a:ext cx="8229600" cy="520655"/>
          </a:xfrm>
        </p:spPr>
        <p:txBody>
          <a:bodyPr lIns="0" tIns="12700" rIns="0" bIns="0" rtlCol="0">
            <a:spAutoFit/>
          </a:bodyPr>
          <a:lstStyle/>
          <a:p>
            <a:pPr marL="12700" eaLnBrk="1" hangingPunct="1">
              <a:lnSpc>
                <a:spcPct val="100000"/>
              </a:lnSpc>
              <a:spcBef>
                <a:spcPts val="100"/>
              </a:spcBef>
              <a:defRPr/>
            </a:pPr>
            <a:r>
              <a:rPr spc="-5" dirty="0">
                <a:ea typeface="Verdana" panose="020B0604030504040204" pitchFamily="34" charset="0"/>
              </a:rPr>
              <a:t>Include and</a:t>
            </a:r>
            <a:r>
              <a:rPr spc="-25" dirty="0">
                <a:ea typeface="Verdana" panose="020B0604030504040204" pitchFamily="34" charset="0"/>
              </a:rPr>
              <a:t> </a:t>
            </a:r>
            <a:r>
              <a:rPr spc="-5" dirty="0">
                <a:ea typeface="Verdana" panose="020B0604030504040204" pitchFamily="34" charset="0"/>
              </a:rPr>
              <a:t>Extend</a:t>
            </a:r>
            <a:r>
              <a:rPr lang="en-US" spc="-5" dirty="0">
                <a:ea typeface="Verdana" panose="020B0604030504040204" pitchFamily="34" charset="0"/>
              </a:rPr>
              <a:t> Relationships</a:t>
            </a:r>
            <a:endParaRPr spc="-5" dirty="0">
              <a:ea typeface="Verdana" panose="020B0604030504040204" pitchFamily="34" charset="0"/>
            </a:endParaRPr>
          </a:p>
        </p:txBody>
      </p:sp>
      <p:sp>
        <p:nvSpPr>
          <p:cNvPr id="2" name="Content Placeholder 1">
            <a:extLst>
              <a:ext uri="{FF2B5EF4-FFF2-40B4-BE49-F238E27FC236}">
                <a16:creationId xmlns:a16="http://schemas.microsoft.com/office/drawing/2014/main" xmlns="" id="{14F318FC-AFEF-46BB-BD17-D0384A3E5F3D}"/>
              </a:ext>
            </a:extLst>
          </p:cNvPr>
          <p:cNvSpPr>
            <a:spLocks noGrp="1"/>
          </p:cNvSpPr>
          <p:nvPr>
            <p:ph idx="1"/>
          </p:nvPr>
        </p:nvSpPr>
        <p:spPr>
          <a:xfrm>
            <a:off x="381000" y="1452274"/>
            <a:ext cx="8229600" cy="4525963"/>
          </a:xfrm>
        </p:spPr>
        <p:txBody>
          <a:bodyPr>
            <a:normAutofit/>
          </a:bodyPr>
          <a:lstStyle/>
          <a:p>
            <a:pPr algn="just">
              <a:spcBef>
                <a:spcPts val="625"/>
              </a:spcBef>
              <a:buFont typeface="Arial" panose="020B0604020202020204" pitchFamily="34" charset="0"/>
              <a:buChar char="•"/>
            </a:pPr>
            <a:r>
              <a:rPr lang="en-US" altLang="en-US" dirty="0"/>
              <a:t>The use of include and extend is </a:t>
            </a:r>
            <a:r>
              <a:rPr lang="en-US" altLang="en-US" dirty="0">
                <a:solidFill>
                  <a:srgbClr val="0070C0"/>
                </a:solidFill>
              </a:rPr>
              <a:t>discouraged simply because  they add unnecessary complexity</a:t>
            </a:r>
            <a:r>
              <a:rPr lang="en-US" altLang="en-US" dirty="0"/>
              <a:t> to a Use Case diagram.</a:t>
            </a:r>
          </a:p>
          <a:p>
            <a:pPr>
              <a:buFont typeface="Arial" panose="020B0604020202020204" pitchFamily="34" charset="0"/>
              <a:buChar char="•"/>
            </a:pPr>
            <a:endParaRPr lang="en-US" altLang="en-US" dirty="0"/>
          </a:p>
          <a:p>
            <a:pPr>
              <a:spcBef>
                <a:spcPts val="50"/>
              </a:spcBef>
              <a:buFont typeface="Arial" panose="020B0604020202020204" pitchFamily="34" charset="0"/>
              <a:buChar char="•"/>
            </a:pPr>
            <a:endParaRPr lang="en-US" altLang="en-US" dirty="0"/>
          </a:p>
          <a:p>
            <a:r>
              <a:rPr lang="en-US" dirty="0"/>
              <a:t>Only use them if they are necessary.</a:t>
            </a:r>
            <a:endParaRPr lang="x-none" dirty="0"/>
          </a:p>
        </p:txBody>
      </p:sp>
      <p:sp>
        <p:nvSpPr>
          <p:cNvPr id="6" name="object 6">
            <a:extLst>
              <a:ext uri="{FF2B5EF4-FFF2-40B4-BE49-F238E27FC236}">
                <a16:creationId xmlns:a16="http://schemas.microsoft.com/office/drawing/2014/main" xmlns="" id="{34BACED7-300D-EA40-B18B-7969294871C4}"/>
              </a:ext>
            </a:extLst>
          </p:cNvPr>
          <p:cNvSpPr txBox="1"/>
          <p:nvPr/>
        </p:nvSpPr>
        <p:spPr>
          <a:xfrm>
            <a:off x="8369300" y="6742113"/>
            <a:ext cx="622300" cy="125412"/>
          </a:xfrm>
          <a:prstGeom prst="rect">
            <a:avLst/>
          </a:prstGeom>
        </p:spPr>
        <p:txBody>
          <a:bodyPr lIns="0" tIns="3810" rIns="0" bIns="0">
            <a:spAutoFit/>
          </a:bodyPr>
          <a:lstStyle/>
          <a:p>
            <a:pPr marL="12700">
              <a:spcBef>
                <a:spcPts val="30"/>
              </a:spcBef>
              <a:defRPr/>
            </a:pPr>
            <a:r>
              <a:rPr sz="700" spc="-5" dirty="0">
                <a:solidFill>
                  <a:srgbClr val="FFFFFF"/>
                </a:solidFill>
                <a:latin typeface="Arial"/>
                <a:cs typeface="Arial"/>
              </a:rPr>
              <a:t>Slide </a:t>
            </a:r>
            <a:r>
              <a:rPr sz="700" dirty="0">
                <a:solidFill>
                  <a:srgbClr val="FFFFFF"/>
                </a:solidFill>
                <a:latin typeface="Arial"/>
                <a:cs typeface="Arial"/>
              </a:rPr>
              <a:t>2 </a:t>
            </a:r>
            <a:r>
              <a:rPr sz="700" spc="-5" dirty="0">
                <a:solidFill>
                  <a:srgbClr val="FFFFFF"/>
                </a:solidFill>
                <a:latin typeface="Arial"/>
                <a:cs typeface="Arial"/>
              </a:rPr>
              <a:t>(of</a:t>
            </a:r>
            <a:r>
              <a:rPr sz="700" spc="100" dirty="0">
                <a:solidFill>
                  <a:srgbClr val="FFFFFF"/>
                </a:solidFill>
                <a:latin typeface="Arial"/>
                <a:cs typeface="Arial"/>
              </a:rPr>
              <a:t> </a:t>
            </a:r>
            <a:r>
              <a:rPr sz="700" spc="-5" dirty="0">
                <a:solidFill>
                  <a:srgbClr val="FFFFFF"/>
                </a:solidFill>
                <a:latin typeface="Arial"/>
                <a:cs typeface="Arial"/>
              </a:rPr>
              <a:t>48)</a:t>
            </a:r>
            <a:endParaRPr sz="700">
              <a:latin typeface="Arial"/>
              <a:cs typeface="Arial"/>
            </a:endParaRPr>
          </a:p>
        </p:txBody>
      </p:sp>
    </p:spTree>
  </p:cSld>
  <p:clrMapOvr>
    <a:masterClrMapping/>
  </p:clrMapOvr>
  <p:transition>
    <p:wipe dir="u"/>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CA6C514-4470-07A6-767E-C56EA03AB0E4}"/>
              </a:ext>
            </a:extLst>
          </p:cNvPr>
          <p:cNvSpPr>
            <a:spLocks noGrp="1"/>
          </p:cNvSpPr>
          <p:nvPr>
            <p:ph type="title"/>
          </p:nvPr>
        </p:nvSpPr>
        <p:spPr/>
        <p:txBody>
          <a:bodyPr/>
          <a:lstStyle/>
          <a:p>
            <a:r>
              <a:rPr lang="en-US" dirty="0"/>
              <a:t>Generalization</a:t>
            </a:r>
          </a:p>
        </p:txBody>
      </p:sp>
      <p:sp>
        <p:nvSpPr>
          <p:cNvPr id="3" name="Content Placeholder 2">
            <a:extLst>
              <a:ext uri="{FF2B5EF4-FFF2-40B4-BE49-F238E27FC236}">
                <a16:creationId xmlns:a16="http://schemas.microsoft.com/office/drawing/2014/main" xmlns="" id="{59D15CA4-8428-A792-885A-00ABDDBA508C}"/>
              </a:ext>
            </a:extLst>
          </p:cNvPr>
          <p:cNvSpPr>
            <a:spLocks noGrp="1"/>
          </p:cNvSpPr>
          <p:nvPr>
            <p:ph idx="1"/>
          </p:nvPr>
        </p:nvSpPr>
        <p:spPr>
          <a:xfrm>
            <a:off x="457200" y="1417638"/>
            <a:ext cx="8229600" cy="4708525"/>
          </a:xfrm>
        </p:spPr>
        <p:txBody>
          <a:bodyPr>
            <a:normAutofit/>
          </a:bodyPr>
          <a:lstStyle/>
          <a:p>
            <a:pPr algn="l"/>
            <a:r>
              <a:rPr lang="en-US" sz="2100" dirty="0"/>
              <a:t>Generalization relationships can also be used to </a:t>
            </a:r>
            <a:r>
              <a:rPr lang="en-US" sz="2100" b="1" dirty="0"/>
              <a:t>relate use cases</a:t>
            </a:r>
            <a:r>
              <a:rPr lang="en-US" sz="2100" dirty="0"/>
              <a:t>. As with classes, use cases can have common behaviors that other use cases (i.e., child use cases) can modify by adding steps or refining others.</a:t>
            </a:r>
          </a:p>
          <a:p>
            <a:pPr algn="l"/>
            <a:r>
              <a:rPr lang="en-US" sz="2100" dirty="0"/>
              <a:t>Purchase Ticket contains the basic steps necessary for purchasing any tickets, while the child use cases specialize Purchase Ticket for the specific kinds of tickets being purchased.</a:t>
            </a:r>
          </a:p>
        </p:txBody>
      </p:sp>
      <p:pic>
        <p:nvPicPr>
          <p:cNvPr id="5" name="Picture 4" descr="A diagram of a purchase ticket&#10;&#10;Description automatically generated">
            <a:extLst>
              <a:ext uri="{FF2B5EF4-FFF2-40B4-BE49-F238E27FC236}">
                <a16:creationId xmlns:a16="http://schemas.microsoft.com/office/drawing/2014/main" xmlns="" id="{4587F9C6-72BD-D779-D081-A96673D0F1C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0" y="3974419"/>
            <a:ext cx="4800600" cy="2883581"/>
          </a:xfrm>
          <a:prstGeom prst="rect">
            <a:avLst/>
          </a:prstGeom>
        </p:spPr>
      </p:pic>
    </p:spTree>
    <p:extLst>
      <p:ext uri="{BB962C8B-B14F-4D97-AF65-F5344CB8AC3E}">
        <p14:creationId xmlns:p14="http://schemas.microsoft.com/office/powerpoint/2010/main" val="17561803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CA6C514-4470-07A6-767E-C56EA03AB0E4}"/>
              </a:ext>
            </a:extLst>
          </p:cNvPr>
          <p:cNvSpPr>
            <a:spLocks noGrp="1"/>
          </p:cNvSpPr>
          <p:nvPr>
            <p:ph type="title"/>
          </p:nvPr>
        </p:nvSpPr>
        <p:spPr/>
        <p:txBody>
          <a:bodyPr/>
          <a:lstStyle/>
          <a:p>
            <a:r>
              <a:rPr lang="en-US" dirty="0"/>
              <a:t>Example</a:t>
            </a:r>
          </a:p>
        </p:txBody>
      </p:sp>
      <p:pic>
        <p:nvPicPr>
          <p:cNvPr id="6" name="Content Placeholder 5" descr="A diagram of fast delivery&#10;&#10;Description automatically generated">
            <a:extLst>
              <a:ext uri="{FF2B5EF4-FFF2-40B4-BE49-F238E27FC236}">
                <a16:creationId xmlns:a16="http://schemas.microsoft.com/office/drawing/2014/main" xmlns="" id="{26F10C04-2A13-4D85-00D4-01DBB3C0ECD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97349" y="1417638"/>
            <a:ext cx="7549302" cy="5105400"/>
          </a:xfrm>
        </p:spPr>
      </p:pic>
    </p:spTree>
    <p:extLst>
      <p:ext uri="{BB962C8B-B14F-4D97-AF65-F5344CB8AC3E}">
        <p14:creationId xmlns:p14="http://schemas.microsoft.com/office/powerpoint/2010/main" val="377367030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4547488-059A-0640-AB7B-33E15A7AC652}"/>
              </a:ext>
            </a:extLst>
          </p:cNvPr>
          <p:cNvSpPr>
            <a:spLocks noGrp="1"/>
          </p:cNvSpPr>
          <p:nvPr>
            <p:ph type="title"/>
          </p:nvPr>
        </p:nvSpPr>
        <p:spPr>
          <a:xfrm>
            <a:off x="-1558636" y="304800"/>
            <a:ext cx="10210800" cy="1143000"/>
          </a:xfrm>
        </p:spPr>
        <p:txBody>
          <a:bodyPr rtlCol="0">
            <a:normAutofit/>
          </a:bodyPr>
          <a:lstStyle/>
          <a:p>
            <a:pPr marL="1915795" eaLnBrk="1" fontAlgn="auto" hangingPunct="1">
              <a:spcBef>
                <a:spcPts val="100"/>
              </a:spcBef>
              <a:spcAft>
                <a:spcPts val="0"/>
              </a:spcAft>
              <a:defRPr/>
            </a:pPr>
            <a:r>
              <a:rPr lang="en-US" sz="3200" dirty="0"/>
              <a:t>Use Case Diagram– </a:t>
            </a:r>
            <a:r>
              <a:rPr lang="en-US" sz="3200" spc="-5" dirty="0"/>
              <a:t>Guidelines </a:t>
            </a:r>
            <a:r>
              <a:rPr lang="en-US" sz="3200" dirty="0"/>
              <a:t>&amp;</a:t>
            </a:r>
            <a:r>
              <a:rPr lang="en-US" sz="3200" spc="-15" dirty="0"/>
              <a:t> </a:t>
            </a:r>
            <a:r>
              <a:rPr lang="en-US" sz="3200" spc="-5" dirty="0"/>
              <a:t>Caution</a:t>
            </a:r>
            <a:endParaRPr lang="en-US" sz="3200" dirty="0"/>
          </a:p>
        </p:txBody>
      </p:sp>
      <p:sp>
        <p:nvSpPr>
          <p:cNvPr id="3" name="Content Placeholder 2">
            <a:extLst>
              <a:ext uri="{FF2B5EF4-FFF2-40B4-BE49-F238E27FC236}">
                <a16:creationId xmlns:a16="http://schemas.microsoft.com/office/drawing/2014/main" xmlns="" id="{231FA856-30DE-F14C-92A7-F9CA525DF734}"/>
              </a:ext>
            </a:extLst>
          </p:cNvPr>
          <p:cNvSpPr>
            <a:spLocks noGrp="1"/>
          </p:cNvSpPr>
          <p:nvPr>
            <p:ph idx="1"/>
          </p:nvPr>
        </p:nvSpPr>
        <p:spPr/>
        <p:txBody>
          <a:bodyPr rtlCol="0">
            <a:normAutofit lnSpcReduction="10000"/>
          </a:bodyPr>
          <a:lstStyle/>
          <a:p>
            <a:pPr algn="just" eaLnBrk="1" fontAlgn="auto" hangingPunct="1">
              <a:spcAft>
                <a:spcPts val="0"/>
              </a:spcAft>
              <a:defRPr/>
            </a:pPr>
            <a:r>
              <a:rPr lang="en-US" dirty="0"/>
              <a:t>Actors should be </a:t>
            </a:r>
            <a:r>
              <a:rPr lang="en-US" b="1" dirty="0"/>
              <a:t>Nouns</a:t>
            </a:r>
          </a:p>
          <a:p>
            <a:pPr algn="just" eaLnBrk="1" fontAlgn="auto" hangingPunct="1">
              <a:spcAft>
                <a:spcPts val="0"/>
              </a:spcAft>
              <a:defRPr/>
            </a:pPr>
            <a:r>
              <a:rPr lang="en-US" dirty="0"/>
              <a:t>Use cases should ideally begin with a </a:t>
            </a:r>
            <a:r>
              <a:rPr lang="en-US" b="1" dirty="0"/>
              <a:t>verb</a:t>
            </a:r>
            <a:r>
              <a:rPr lang="en-US" dirty="0"/>
              <a:t> – i.e. generate report. </a:t>
            </a:r>
          </a:p>
          <a:p>
            <a:pPr algn="just" eaLnBrk="1" fontAlgn="auto" hangingPunct="1">
              <a:spcAft>
                <a:spcPts val="0"/>
              </a:spcAft>
              <a:defRPr/>
            </a:pPr>
            <a:r>
              <a:rPr lang="en-US" dirty="0"/>
              <a:t>Use cases should </a:t>
            </a:r>
            <a:r>
              <a:rPr lang="en-US" b="1" dirty="0"/>
              <a:t>NOT be open ended </a:t>
            </a:r>
            <a:r>
              <a:rPr lang="en-US" dirty="0"/>
              <a:t>– i.e. Register (instead should be named as Register New User)</a:t>
            </a:r>
          </a:p>
          <a:p>
            <a:pPr marL="12700" eaLnBrk="1" fontAlgn="auto" hangingPunct="1">
              <a:spcBef>
                <a:spcPts val="720"/>
              </a:spcBef>
              <a:spcAft>
                <a:spcPts val="0"/>
              </a:spcAft>
              <a:tabLst>
                <a:tab pos="437515" algn="l"/>
              </a:tabLst>
              <a:defRPr/>
            </a:pPr>
            <a:r>
              <a:rPr lang="en-US" dirty="0"/>
              <a:t>Avoid showing communication between actors.</a:t>
            </a:r>
          </a:p>
          <a:p>
            <a:pPr marL="473518" lvl="2" indent="-285750" algn="just" eaLnBrk="1" fontAlgn="auto" hangingPunct="1">
              <a:spcBef>
                <a:spcPts val="720"/>
              </a:spcBef>
              <a:spcAft>
                <a:spcPts val="0"/>
              </a:spcAft>
              <a:buFont typeface="Wingdings" pitchFamily="2" charset="2"/>
              <a:buChar char="§"/>
              <a:tabLst>
                <a:tab pos="437515" algn="l"/>
              </a:tabLst>
              <a:defRPr/>
            </a:pPr>
            <a:r>
              <a:rPr lang="en-US" dirty="0"/>
              <a:t>named as </a:t>
            </a:r>
            <a:r>
              <a:rPr lang="en-US" b="1" dirty="0"/>
              <a:t>singular</a:t>
            </a:r>
            <a:r>
              <a:rPr lang="en-US" dirty="0"/>
              <a:t>. i.e., student and NOT students. </a:t>
            </a:r>
            <a:r>
              <a:rPr lang="en-US" b="1" dirty="0"/>
              <a:t>NO names </a:t>
            </a:r>
            <a:r>
              <a:rPr lang="en-US" dirty="0"/>
              <a:t>should be used – i.e., John, Sam, etc.</a:t>
            </a:r>
          </a:p>
          <a:p>
            <a:pPr marL="473518" lvl="2" indent="-285750" algn="just" eaLnBrk="1" fontAlgn="auto" hangingPunct="1">
              <a:spcBef>
                <a:spcPts val="720"/>
              </a:spcBef>
              <a:spcAft>
                <a:spcPts val="0"/>
              </a:spcAft>
              <a:buFont typeface="Wingdings" pitchFamily="2" charset="2"/>
              <a:buChar char="§"/>
              <a:tabLst>
                <a:tab pos="437515" algn="l"/>
              </a:tabLst>
              <a:defRPr/>
            </a:pPr>
            <a:r>
              <a:rPr lang="en-US" b="1" dirty="0"/>
              <a:t>Do NOT show behavior </a:t>
            </a:r>
            <a:r>
              <a:rPr lang="en-US" dirty="0"/>
              <a:t>in a use case diagram instead only depict system functionality.</a:t>
            </a:r>
          </a:p>
          <a:p>
            <a:pPr marL="473518" lvl="2" indent="-285750" eaLnBrk="1" fontAlgn="auto" hangingPunct="1">
              <a:spcBef>
                <a:spcPts val="720"/>
              </a:spcBef>
              <a:spcAft>
                <a:spcPts val="0"/>
              </a:spcAft>
              <a:buFont typeface="Wingdings" pitchFamily="2" charset="2"/>
              <a:buChar char="§"/>
              <a:tabLst>
                <a:tab pos="437515" algn="l"/>
              </a:tabLst>
              <a:defRPr/>
            </a:pPr>
            <a:r>
              <a:rPr lang="en-US" dirty="0"/>
              <a:t>Use case diagram </a:t>
            </a:r>
            <a:r>
              <a:rPr lang="en-US" b="1" dirty="0"/>
              <a:t>does not show sequence </a:t>
            </a:r>
            <a:r>
              <a:rPr lang="en-US" dirty="0"/>
              <a:t>–  unlike DFDs.</a:t>
            </a:r>
          </a:p>
          <a:p>
            <a:pPr marL="473518" lvl="2" indent="-285750" eaLnBrk="1" fontAlgn="auto" hangingPunct="1">
              <a:spcBef>
                <a:spcPts val="720"/>
              </a:spcBef>
              <a:spcAft>
                <a:spcPts val="0"/>
              </a:spcAft>
              <a:buFont typeface="Wingdings" pitchFamily="2" charset="2"/>
              <a:buChar char="§"/>
              <a:tabLst>
                <a:tab pos="437515" algn="l"/>
              </a:tabLst>
              <a:defRPr/>
            </a:pPr>
            <a:endParaRPr lang="en-US" dirty="0"/>
          </a:p>
          <a:p>
            <a:pPr marL="473518" lvl="2" indent="-285750" eaLnBrk="1" fontAlgn="auto" hangingPunct="1">
              <a:spcBef>
                <a:spcPts val="720"/>
              </a:spcBef>
              <a:spcAft>
                <a:spcPts val="0"/>
              </a:spcAft>
              <a:buFont typeface="Wingdings" pitchFamily="2" charset="2"/>
              <a:buChar char="§"/>
              <a:tabLst>
                <a:tab pos="437515" algn="l"/>
              </a:tabLst>
              <a:defRPr/>
            </a:pPr>
            <a:endParaRPr lang="en-US" sz="1600" dirty="0"/>
          </a:p>
          <a:p>
            <a:pPr marL="12700" eaLnBrk="1" fontAlgn="auto" hangingPunct="1">
              <a:spcBef>
                <a:spcPts val="720"/>
              </a:spcBef>
              <a:spcAft>
                <a:spcPts val="0"/>
              </a:spcAft>
              <a:tabLst>
                <a:tab pos="437515" algn="l"/>
              </a:tabLst>
              <a:defRPr/>
            </a:pPr>
            <a:endParaRPr lang="en-US" sz="1600" dirty="0"/>
          </a:p>
          <a:p>
            <a:pPr eaLnBrk="1" fontAlgn="auto" hangingPunct="1">
              <a:spcAft>
                <a:spcPts val="0"/>
              </a:spcAft>
              <a:defRPr/>
            </a:pPr>
            <a:endParaRPr lang="en-US" sz="2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82225D0-A870-4F57-9719-03D3F69454B3}"/>
              </a:ext>
            </a:extLst>
          </p:cNvPr>
          <p:cNvSpPr>
            <a:spLocks noGrp="1"/>
          </p:cNvSpPr>
          <p:nvPr>
            <p:ph type="title"/>
          </p:nvPr>
        </p:nvSpPr>
        <p:spPr/>
        <p:txBody>
          <a:bodyPr>
            <a:normAutofit/>
          </a:bodyPr>
          <a:lstStyle/>
          <a:p>
            <a:r>
              <a:rPr lang="en-US" sz="3600" spc="-5" dirty="0"/>
              <a:t>Granularity </a:t>
            </a:r>
            <a:r>
              <a:rPr lang="en-US" sz="3600" spc="-10" dirty="0"/>
              <a:t>of </a:t>
            </a:r>
            <a:r>
              <a:rPr lang="en-US" sz="3600" dirty="0"/>
              <a:t>Use</a:t>
            </a:r>
            <a:r>
              <a:rPr lang="en-US" sz="3600" spc="-50" dirty="0"/>
              <a:t> </a:t>
            </a:r>
            <a:r>
              <a:rPr lang="en-US" sz="3600" spc="-5" dirty="0"/>
              <a:t>Cases</a:t>
            </a:r>
            <a:r>
              <a:rPr lang="en-US" sz="4400" spc="-5" dirty="0"/>
              <a:t>	</a:t>
            </a:r>
            <a:endParaRPr lang="x-none" dirty="0"/>
          </a:p>
        </p:txBody>
      </p:sp>
      <p:grpSp>
        <p:nvGrpSpPr>
          <p:cNvPr id="57347" name="object 145">
            <a:extLst>
              <a:ext uri="{FF2B5EF4-FFF2-40B4-BE49-F238E27FC236}">
                <a16:creationId xmlns:a16="http://schemas.microsoft.com/office/drawing/2014/main" xmlns="" id="{96023394-01B7-42BE-8732-1B328608A0FB}"/>
              </a:ext>
            </a:extLst>
          </p:cNvPr>
          <p:cNvGrpSpPr>
            <a:grpSpLocks/>
          </p:cNvGrpSpPr>
          <p:nvPr/>
        </p:nvGrpSpPr>
        <p:grpSpPr bwMode="auto">
          <a:xfrm>
            <a:off x="5160963" y="1698625"/>
            <a:ext cx="1600200" cy="838200"/>
            <a:chOff x="6153150" y="1676400"/>
            <a:chExt cx="1600200" cy="838200"/>
          </a:xfrm>
        </p:grpSpPr>
        <p:sp>
          <p:nvSpPr>
            <p:cNvPr id="57363" name="object 146">
              <a:extLst>
                <a:ext uri="{FF2B5EF4-FFF2-40B4-BE49-F238E27FC236}">
                  <a16:creationId xmlns:a16="http://schemas.microsoft.com/office/drawing/2014/main" xmlns="" id="{10796783-DD93-45B7-9CE4-BBE611DC0CE6}"/>
                </a:ext>
              </a:extLst>
            </p:cNvPr>
            <p:cNvSpPr>
              <a:spLocks/>
            </p:cNvSpPr>
            <p:nvPr/>
          </p:nvSpPr>
          <p:spPr bwMode="auto">
            <a:xfrm>
              <a:off x="6153150" y="1676400"/>
              <a:ext cx="1600200" cy="838200"/>
            </a:xfrm>
            <a:custGeom>
              <a:avLst/>
              <a:gdLst>
                <a:gd name="T0" fmla="*/ 737562 w 1600200"/>
                <a:gd name="T1" fmla="*/ 1263 h 838200"/>
                <a:gd name="T2" fmla="*/ 616620 w 1600200"/>
                <a:gd name="T3" fmla="*/ 11085 h 838200"/>
                <a:gd name="T4" fmla="*/ 502372 w 1600200"/>
                <a:gd name="T5" fmla="*/ 30011 h 838200"/>
                <a:gd name="T6" fmla="*/ 396239 w 1600200"/>
                <a:gd name="T7" fmla="*/ 57291 h 838200"/>
                <a:gd name="T8" fmla="*/ 299645 w 1600200"/>
                <a:gd name="T9" fmla="*/ 92173 h 838200"/>
                <a:gd name="T10" fmla="*/ 214011 w 1600200"/>
                <a:gd name="T11" fmla="*/ 133907 h 838200"/>
                <a:gd name="T12" fmla="*/ 140758 w 1600200"/>
                <a:gd name="T13" fmla="*/ 181743 h 838200"/>
                <a:gd name="T14" fmla="*/ 81309 w 1600200"/>
                <a:gd name="T15" fmla="*/ 234931 h 838200"/>
                <a:gd name="T16" fmla="*/ 9508 w 1600200"/>
                <a:gd name="T17" fmla="*/ 354360 h 838200"/>
                <a:gd name="T18" fmla="*/ 2406 w 1600200"/>
                <a:gd name="T19" fmla="*/ 451810 h 838200"/>
                <a:gd name="T20" fmla="*/ 57205 w 1600200"/>
                <a:gd name="T21" fmla="*/ 574902 h 838200"/>
                <a:gd name="T22" fmla="*/ 140758 w 1600200"/>
                <a:gd name="T23" fmla="*/ 656456 h 838200"/>
                <a:gd name="T24" fmla="*/ 214011 w 1600200"/>
                <a:gd name="T25" fmla="*/ 704292 h 838200"/>
                <a:gd name="T26" fmla="*/ 299645 w 1600200"/>
                <a:gd name="T27" fmla="*/ 746026 h 838200"/>
                <a:gd name="T28" fmla="*/ 396240 w 1600200"/>
                <a:gd name="T29" fmla="*/ 780908 h 838200"/>
                <a:gd name="T30" fmla="*/ 502372 w 1600200"/>
                <a:gd name="T31" fmla="*/ 808188 h 838200"/>
                <a:gd name="T32" fmla="*/ 616620 w 1600200"/>
                <a:gd name="T33" fmla="*/ 827114 h 838200"/>
                <a:gd name="T34" fmla="*/ 737562 w 1600200"/>
                <a:gd name="T35" fmla="*/ 836936 h 838200"/>
                <a:gd name="T36" fmla="*/ 862637 w 1600200"/>
                <a:gd name="T37" fmla="*/ 836936 h 838200"/>
                <a:gd name="T38" fmla="*/ 983579 w 1600200"/>
                <a:gd name="T39" fmla="*/ 827114 h 838200"/>
                <a:gd name="T40" fmla="*/ 1097827 w 1600200"/>
                <a:gd name="T41" fmla="*/ 808188 h 838200"/>
                <a:gd name="T42" fmla="*/ 1203959 w 1600200"/>
                <a:gd name="T43" fmla="*/ 780908 h 838200"/>
                <a:gd name="T44" fmla="*/ 1300554 w 1600200"/>
                <a:gd name="T45" fmla="*/ 746026 h 838200"/>
                <a:gd name="T46" fmla="*/ 1386188 w 1600200"/>
                <a:gd name="T47" fmla="*/ 704292 h 838200"/>
                <a:gd name="T48" fmla="*/ 1459441 w 1600200"/>
                <a:gd name="T49" fmla="*/ 656456 h 838200"/>
                <a:gd name="T50" fmla="*/ 1518890 w 1600200"/>
                <a:gd name="T51" fmla="*/ 603268 h 838200"/>
                <a:gd name="T52" fmla="*/ 1590691 w 1600200"/>
                <a:gd name="T53" fmla="*/ 483839 h 838200"/>
                <a:gd name="T54" fmla="*/ 1597793 w 1600200"/>
                <a:gd name="T55" fmla="*/ 386389 h 838200"/>
                <a:gd name="T56" fmla="*/ 1542994 w 1600200"/>
                <a:gd name="T57" fmla="*/ 263297 h 838200"/>
                <a:gd name="T58" fmla="*/ 1459441 w 1600200"/>
                <a:gd name="T59" fmla="*/ 181743 h 838200"/>
                <a:gd name="T60" fmla="*/ 1386188 w 1600200"/>
                <a:gd name="T61" fmla="*/ 133907 h 838200"/>
                <a:gd name="T62" fmla="*/ 1300554 w 1600200"/>
                <a:gd name="T63" fmla="*/ 92173 h 838200"/>
                <a:gd name="T64" fmla="*/ 1203959 w 1600200"/>
                <a:gd name="T65" fmla="*/ 57291 h 838200"/>
                <a:gd name="T66" fmla="*/ 1097827 w 1600200"/>
                <a:gd name="T67" fmla="*/ 30011 h 838200"/>
                <a:gd name="T68" fmla="*/ 983579 w 1600200"/>
                <a:gd name="T69" fmla="*/ 11085 h 838200"/>
                <a:gd name="T70" fmla="*/ 862637 w 1600200"/>
                <a:gd name="T71" fmla="*/ 1263 h 83820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1600200" h="838200">
                  <a:moveTo>
                    <a:pt x="800100" y="0"/>
                  </a:moveTo>
                  <a:lnTo>
                    <a:pt x="737562" y="1263"/>
                  </a:lnTo>
                  <a:lnTo>
                    <a:pt x="676343" y="4989"/>
                  </a:lnTo>
                  <a:lnTo>
                    <a:pt x="616620" y="11085"/>
                  </a:lnTo>
                  <a:lnTo>
                    <a:pt x="558570" y="19457"/>
                  </a:lnTo>
                  <a:lnTo>
                    <a:pt x="502372" y="30011"/>
                  </a:lnTo>
                  <a:lnTo>
                    <a:pt x="448202" y="42654"/>
                  </a:lnTo>
                  <a:lnTo>
                    <a:pt x="396239" y="57291"/>
                  </a:lnTo>
                  <a:lnTo>
                    <a:pt x="346661" y="73828"/>
                  </a:lnTo>
                  <a:lnTo>
                    <a:pt x="299645" y="92173"/>
                  </a:lnTo>
                  <a:lnTo>
                    <a:pt x="255369" y="112230"/>
                  </a:lnTo>
                  <a:lnTo>
                    <a:pt x="214011" y="133907"/>
                  </a:lnTo>
                  <a:lnTo>
                    <a:pt x="175748" y="157109"/>
                  </a:lnTo>
                  <a:lnTo>
                    <a:pt x="140758" y="181743"/>
                  </a:lnTo>
                  <a:lnTo>
                    <a:pt x="109219" y="207715"/>
                  </a:lnTo>
                  <a:lnTo>
                    <a:pt x="81309" y="234931"/>
                  </a:lnTo>
                  <a:lnTo>
                    <a:pt x="37085" y="292720"/>
                  </a:lnTo>
                  <a:lnTo>
                    <a:pt x="9508" y="354360"/>
                  </a:lnTo>
                  <a:lnTo>
                    <a:pt x="0" y="419100"/>
                  </a:lnTo>
                  <a:lnTo>
                    <a:pt x="2406" y="451810"/>
                  </a:lnTo>
                  <a:lnTo>
                    <a:pt x="21127" y="515094"/>
                  </a:lnTo>
                  <a:lnTo>
                    <a:pt x="57205" y="574902"/>
                  </a:lnTo>
                  <a:lnTo>
                    <a:pt x="109220" y="630484"/>
                  </a:lnTo>
                  <a:lnTo>
                    <a:pt x="140758" y="656456"/>
                  </a:lnTo>
                  <a:lnTo>
                    <a:pt x="175748" y="681090"/>
                  </a:lnTo>
                  <a:lnTo>
                    <a:pt x="214011" y="704292"/>
                  </a:lnTo>
                  <a:lnTo>
                    <a:pt x="255369" y="725969"/>
                  </a:lnTo>
                  <a:lnTo>
                    <a:pt x="299645" y="746026"/>
                  </a:lnTo>
                  <a:lnTo>
                    <a:pt x="346661" y="764371"/>
                  </a:lnTo>
                  <a:lnTo>
                    <a:pt x="396240" y="780908"/>
                  </a:lnTo>
                  <a:lnTo>
                    <a:pt x="448202" y="795545"/>
                  </a:lnTo>
                  <a:lnTo>
                    <a:pt x="502372" y="808188"/>
                  </a:lnTo>
                  <a:lnTo>
                    <a:pt x="558570" y="818742"/>
                  </a:lnTo>
                  <a:lnTo>
                    <a:pt x="616620" y="827114"/>
                  </a:lnTo>
                  <a:lnTo>
                    <a:pt x="676343" y="833210"/>
                  </a:lnTo>
                  <a:lnTo>
                    <a:pt x="737562" y="836936"/>
                  </a:lnTo>
                  <a:lnTo>
                    <a:pt x="800100" y="838200"/>
                  </a:lnTo>
                  <a:lnTo>
                    <a:pt x="862637" y="836936"/>
                  </a:lnTo>
                  <a:lnTo>
                    <a:pt x="923856" y="833210"/>
                  </a:lnTo>
                  <a:lnTo>
                    <a:pt x="983579" y="827114"/>
                  </a:lnTo>
                  <a:lnTo>
                    <a:pt x="1041629" y="818742"/>
                  </a:lnTo>
                  <a:lnTo>
                    <a:pt x="1097827" y="808188"/>
                  </a:lnTo>
                  <a:lnTo>
                    <a:pt x="1151997" y="795545"/>
                  </a:lnTo>
                  <a:lnTo>
                    <a:pt x="1203959" y="780908"/>
                  </a:lnTo>
                  <a:lnTo>
                    <a:pt x="1253538" y="764371"/>
                  </a:lnTo>
                  <a:lnTo>
                    <a:pt x="1300554" y="746026"/>
                  </a:lnTo>
                  <a:lnTo>
                    <a:pt x="1344830" y="725969"/>
                  </a:lnTo>
                  <a:lnTo>
                    <a:pt x="1386188" y="704292"/>
                  </a:lnTo>
                  <a:lnTo>
                    <a:pt x="1424451" y="681090"/>
                  </a:lnTo>
                  <a:lnTo>
                    <a:pt x="1459441" y="656456"/>
                  </a:lnTo>
                  <a:lnTo>
                    <a:pt x="1490979" y="630484"/>
                  </a:lnTo>
                  <a:lnTo>
                    <a:pt x="1518890" y="603268"/>
                  </a:lnTo>
                  <a:lnTo>
                    <a:pt x="1563114" y="545479"/>
                  </a:lnTo>
                  <a:lnTo>
                    <a:pt x="1590691" y="483839"/>
                  </a:lnTo>
                  <a:lnTo>
                    <a:pt x="1600200" y="419100"/>
                  </a:lnTo>
                  <a:lnTo>
                    <a:pt x="1597793" y="386389"/>
                  </a:lnTo>
                  <a:lnTo>
                    <a:pt x="1579072" y="323105"/>
                  </a:lnTo>
                  <a:lnTo>
                    <a:pt x="1542994" y="263297"/>
                  </a:lnTo>
                  <a:lnTo>
                    <a:pt x="1490980" y="207715"/>
                  </a:lnTo>
                  <a:lnTo>
                    <a:pt x="1459441" y="181743"/>
                  </a:lnTo>
                  <a:lnTo>
                    <a:pt x="1424451" y="157109"/>
                  </a:lnTo>
                  <a:lnTo>
                    <a:pt x="1386188" y="133907"/>
                  </a:lnTo>
                  <a:lnTo>
                    <a:pt x="1344830" y="112230"/>
                  </a:lnTo>
                  <a:lnTo>
                    <a:pt x="1300554" y="92173"/>
                  </a:lnTo>
                  <a:lnTo>
                    <a:pt x="1253538" y="73828"/>
                  </a:lnTo>
                  <a:lnTo>
                    <a:pt x="1203959" y="57291"/>
                  </a:lnTo>
                  <a:lnTo>
                    <a:pt x="1151997" y="42654"/>
                  </a:lnTo>
                  <a:lnTo>
                    <a:pt x="1097827" y="30011"/>
                  </a:lnTo>
                  <a:lnTo>
                    <a:pt x="1041629" y="19457"/>
                  </a:lnTo>
                  <a:lnTo>
                    <a:pt x="983579" y="11085"/>
                  </a:lnTo>
                  <a:lnTo>
                    <a:pt x="923856" y="4989"/>
                  </a:lnTo>
                  <a:lnTo>
                    <a:pt x="862637" y="1263"/>
                  </a:lnTo>
                  <a:lnTo>
                    <a:pt x="80010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x-none"/>
            </a:p>
          </p:txBody>
        </p:sp>
        <p:sp>
          <p:nvSpPr>
            <p:cNvPr id="57364" name="object 147">
              <a:extLst>
                <a:ext uri="{FF2B5EF4-FFF2-40B4-BE49-F238E27FC236}">
                  <a16:creationId xmlns:a16="http://schemas.microsoft.com/office/drawing/2014/main" xmlns="" id="{7604221C-82D4-467B-88C5-4A7FD9064724}"/>
                </a:ext>
              </a:extLst>
            </p:cNvPr>
            <p:cNvSpPr>
              <a:spLocks/>
            </p:cNvSpPr>
            <p:nvPr/>
          </p:nvSpPr>
          <p:spPr bwMode="auto">
            <a:xfrm>
              <a:off x="6153150" y="1676400"/>
              <a:ext cx="1600200" cy="838200"/>
            </a:xfrm>
            <a:custGeom>
              <a:avLst/>
              <a:gdLst>
                <a:gd name="T0" fmla="*/ 737562 w 1600200"/>
                <a:gd name="T1" fmla="*/ 836936 h 838200"/>
                <a:gd name="T2" fmla="*/ 616620 w 1600200"/>
                <a:gd name="T3" fmla="*/ 827114 h 838200"/>
                <a:gd name="T4" fmla="*/ 502372 w 1600200"/>
                <a:gd name="T5" fmla="*/ 808188 h 838200"/>
                <a:gd name="T6" fmla="*/ 396240 w 1600200"/>
                <a:gd name="T7" fmla="*/ 780908 h 838200"/>
                <a:gd name="T8" fmla="*/ 299645 w 1600200"/>
                <a:gd name="T9" fmla="*/ 746026 h 838200"/>
                <a:gd name="T10" fmla="*/ 214011 w 1600200"/>
                <a:gd name="T11" fmla="*/ 704292 h 838200"/>
                <a:gd name="T12" fmla="*/ 140758 w 1600200"/>
                <a:gd name="T13" fmla="*/ 656456 h 838200"/>
                <a:gd name="T14" fmla="*/ 81309 w 1600200"/>
                <a:gd name="T15" fmla="*/ 603268 h 838200"/>
                <a:gd name="T16" fmla="*/ 9508 w 1600200"/>
                <a:gd name="T17" fmla="*/ 483839 h 838200"/>
                <a:gd name="T18" fmla="*/ 2406 w 1600200"/>
                <a:gd name="T19" fmla="*/ 386389 h 838200"/>
                <a:gd name="T20" fmla="*/ 57205 w 1600200"/>
                <a:gd name="T21" fmla="*/ 263297 h 838200"/>
                <a:gd name="T22" fmla="*/ 140758 w 1600200"/>
                <a:gd name="T23" fmla="*/ 181743 h 838200"/>
                <a:gd name="T24" fmla="*/ 214011 w 1600200"/>
                <a:gd name="T25" fmla="*/ 133907 h 838200"/>
                <a:gd name="T26" fmla="*/ 299645 w 1600200"/>
                <a:gd name="T27" fmla="*/ 92173 h 838200"/>
                <a:gd name="T28" fmla="*/ 396239 w 1600200"/>
                <a:gd name="T29" fmla="*/ 57291 h 838200"/>
                <a:gd name="T30" fmla="*/ 502372 w 1600200"/>
                <a:gd name="T31" fmla="*/ 30011 h 838200"/>
                <a:gd name="T32" fmla="*/ 616620 w 1600200"/>
                <a:gd name="T33" fmla="*/ 11085 h 838200"/>
                <a:gd name="T34" fmla="*/ 737562 w 1600200"/>
                <a:gd name="T35" fmla="*/ 1263 h 838200"/>
                <a:gd name="T36" fmla="*/ 862637 w 1600200"/>
                <a:gd name="T37" fmla="*/ 1263 h 838200"/>
                <a:gd name="T38" fmla="*/ 983579 w 1600200"/>
                <a:gd name="T39" fmla="*/ 11085 h 838200"/>
                <a:gd name="T40" fmla="*/ 1097827 w 1600200"/>
                <a:gd name="T41" fmla="*/ 30011 h 838200"/>
                <a:gd name="T42" fmla="*/ 1203959 w 1600200"/>
                <a:gd name="T43" fmla="*/ 57291 h 838200"/>
                <a:gd name="T44" fmla="*/ 1300554 w 1600200"/>
                <a:gd name="T45" fmla="*/ 92173 h 838200"/>
                <a:gd name="T46" fmla="*/ 1386188 w 1600200"/>
                <a:gd name="T47" fmla="*/ 133907 h 838200"/>
                <a:gd name="T48" fmla="*/ 1459441 w 1600200"/>
                <a:gd name="T49" fmla="*/ 181743 h 838200"/>
                <a:gd name="T50" fmla="*/ 1518890 w 1600200"/>
                <a:gd name="T51" fmla="*/ 234931 h 838200"/>
                <a:gd name="T52" fmla="*/ 1590691 w 1600200"/>
                <a:gd name="T53" fmla="*/ 354360 h 838200"/>
                <a:gd name="T54" fmla="*/ 1597793 w 1600200"/>
                <a:gd name="T55" fmla="*/ 451810 h 838200"/>
                <a:gd name="T56" fmla="*/ 1542994 w 1600200"/>
                <a:gd name="T57" fmla="*/ 574902 h 838200"/>
                <a:gd name="T58" fmla="*/ 1459441 w 1600200"/>
                <a:gd name="T59" fmla="*/ 656456 h 838200"/>
                <a:gd name="T60" fmla="*/ 1386188 w 1600200"/>
                <a:gd name="T61" fmla="*/ 704292 h 838200"/>
                <a:gd name="T62" fmla="*/ 1300554 w 1600200"/>
                <a:gd name="T63" fmla="*/ 746026 h 838200"/>
                <a:gd name="T64" fmla="*/ 1203959 w 1600200"/>
                <a:gd name="T65" fmla="*/ 780908 h 838200"/>
                <a:gd name="T66" fmla="*/ 1097827 w 1600200"/>
                <a:gd name="T67" fmla="*/ 808188 h 838200"/>
                <a:gd name="T68" fmla="*/ 983579 w 1600200"/>
                <a:gd name="T69" fmla="*/ 827114 h 838200"/>
                <a:gd name="T70" fmla="*/ 862637 w 1600200"/>
                <a:gd name="T71" fmla="*/ 836936 h 83820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1600200" h="838200">
                  <a:moveTo>
                    <a:pt x="800100" y="838200"/>
                  </a:moveTo>
                  <a:lnTo>
                    <a:pt x="737562" y="836936"/>
                  </a:lnTo>
                  <a:lnTo>
                    <a:pt x="676343" y="833210"/>
                  </a:lnTo>
                  <a:lnTo>
                    <a:pt x="616620" y="827114"/>
                  </a:lnTo>
                  <a:lnTo>
                    <a:pt x="558570" y="818742"/>
                  </a:lnTo>
                  <a:lnTo>
                    <a:pt x="502372" y="808188"/>
                  </a:lnTo>
                  <a:lnTo>
                    <a:pt x="448202" y="795545"/>
                  </a:lnTo>
                  <a:lnTo>
                    <a:pt x="396240" y="780908"/>
                  </a:lnTo>
                  <a:lnTo>
                    <a:pt x="346661" y="764371"/>
                  </a:lnTo>
                  <a:lnTo>
                    <a:pt x="299645" y="746026"/>
                  </a:lnTo>
                  <a:lnTo>
                    <a:pt x="255369" y="725969"/>
                  </a:lnTo>
                  <a:lnTo>
                    <a:pt x="214011" y="704292"/>
                  </a:lnTo>
                  <a:lnTo>
                    <a:pt x="175748" y="681090"/>
                  </a:lnTo>
                  <a:lnTo>
                    <a:pt x="140758" y="656456"/>
                  </a:lnTo>
                  <a:lnTo>
                    <a:pt x="109220" y="630484"/>
                  </a:lnTo>
                  <a:lnTo>
                    <a:pt x="81309" y="603268"/>
                  </a:lnTo>
                  <a:lnTo>
                    <a:pt x="37085" y="545479"/>
                  </a:lnTo>
                  <a:lnTo>
                    <a:pt x="9508" y="483839"/>
                  </a:lnTo>
                  <a:lnTo>
                    <a:pt x="0" y="419100"/>
                  </a:lnTo>
                  <a:lnTo>
                    <a:pt x="2406" y="386389"/>
                  </a:lnTo>
                  <a:lnTo>
                    <a:pt x="21127" y="323105"/>
                  </a:lnTo>
                  <a:lnTo>
                    <a:pt x="57205" y="263297"/>
                  </a:lnTo>
                  <a:lnTo>
                    <a:pt x="109219" y="207715"/>
                  </a:lnTo>
                  <a:lnTo>
                    <a:pt x="140758" y="181743"/>
                  </a:lnTo>
                  <a:lnTo>
                    <a:pt x="175748" y="157109"/>
                  </a:lnTo>
                  <a:lnTo>
                    <a:pt x="214011" y="133907"/>
                  </a:lnTo>
                  <a:lnTo>
                    <a:pt x="255369" y="112230"/>
                  </a:lnTo>
                  <a:lnTo>
                    <a:pt x="299645" y="92173"/>
                  </a:lnTo>
                  <a:lnTo>
                    <a:pt x="346661" y="73828"/>
                  </a:lnTo>
                  <a:lnTo>
                    <a:pt x="396239" y="57291"/>
                  </a:lnTo>
                  <a:lnTo>
                    <a:pt x="448202" y="42654"/>
                  </a:lnTo>
                  <a:lnTo>
                    <a:pt x="502372" y="30011"/>
                  </a:lnTo>
                  <a:lnTo>
                    <a:pt x="558570" y="19457"/>
                  </a:lnTo>
                  <a:lnTo>
                    <a:pt x="616620" y="11085"/>
                  </a:lnTo>
                  <a:lnTo>
                    <a:pt x="676343" y="4989"/>
                  </a:lnTo>
                  <a:lnTo>
                    <a:pt x="737562" y="1263"/>
                  </a:lnTo>
                  <a:lnTo>
                    <a:pt x="800100" y="0"/>
                  </a:lnTo>
                  <a:lnTo>
                    <a:pt x="862637" y="1263"/>
                  </a:lnTo>
                  <a:lnTo>
                    <a:pt x="923856" y="4989"/>
                  </a:lnTo>
                  <a:lnTo>
                    <a:pt x="983579" y="11085"/>
                  </a:lnTo>
                  <a:lnTo>
                    <a:pt x="1041629" y="19457"/>
                  </a:lnTo>
                  <a:lnTo>
                    <a:pt x="1097827" y="30011"/>
                  </a:lnTo>
                  <a:lnTo>
                    <a:pt x="1151997" y="42654"/>
                  </a:lnTo>
                  <a:lnTo>
                    <a:pt x="1203959" y="57291"/>
                  </a:lnTo>
                  <a:lnTo>
                    <a:pt x="1253538" y="73828"/>
                  </a:lnTo>
                  <a:lnTo>
                    <a:pt x="1300554" y="92173"/>
                  </a:lnTo>
                  <a:lnTo>
                    <a:pt x="1344830" y="112230"/>
                  </a:lnTo>
                  <a:lnTo>
                    <a:pt x="1386188" y="133907"/>
                  </a:lnTo>
                  <a:lnTo>
                    <a:pt x="1424451" y="157109"/>
                  </a:lnTo>
                  <a:lnTo>
                    <a:pt x="1459441" y="181743"/>
                  </a:lnTo>
                  <a:lnTo>
                    <a:pt x="1490980" y="207715"/>
                  </a:lnTo>
                  <a:lnTo>
                    <a:pt x="1518890" y="234931"/>
                  </a:lnTo>
                  <a:lnTo>
                    <a:pt x="1563114" y="292720"/>
                  </a:lnTo>
                  <a:lnTo>
                    <a:pt x="1590691" y="354360"/>
                  </a:lnTo>
                  <a:lnTo>
                    <a:pt x="1600200" y="419100"/>
                  </a:lnTo>
                  <a:lnTo>
                    <a:pt x="1597793" y="451810"/>
                  </a:lnTo>
                  <a:lnTo>
                    <a:pt x="1579072" y="515094"/>
                  </a:lnTo>
                  <a:lnTo>
                    <a:pt x="1542994" y="574902"/>
                  </a:lnTo>
                  <a:lnTo>
                    <a:pt x="1490979" y="630484"/>
                  </a:lnTo>
                  <a:lnTo>
                    <a:pt x="1459441" y="656456"/>
                  </a:lnTo>
                  <a:lnTo>
                    <a:pt x="1424451" y="681090"/>
                  </a:lnTo>
                  <a:lnTo>
                    <a:pt x="1386188" y="704292"/>
                  </a:lnTo>
                  <a:lnTo>
                    <a:pt x="1344830" y="725969"/>
                  </a:lnTo>
                  <a:lnTo>
                    <a:pt x="1300554" y="746026"/>
                  </a:lnTo>
                  <a:lnTo>
                    <a:pt x="1253538" y="764371"/>
                  </a:lnTo>
                  <a:lnTo>
                    <a:pt x="1203959" y="780908"/>
                  </a:lnTo>
                  <a:lnTo>
                    <a:pt x="1151997" y="795545"/>
                  </a:lnTo>
                  <a:lnTo>
                    <a:pt x="1097827" y="808188"/>
                  </a:lnTo>
                  <a:lnTo>
                    <a:pt x="1041629" y="818742"/>
                  </a:lnTo>
                  <a:lnTo>
                    <a:pt x="983579" y="827114"/>
                  </a:lnTo>
                  <a:lnTo>
                    <a:pt x="923856" y="833210"/>
                  </a:lnTo>
                  <a:lnTo>
                    <a:pt x="862637" y="836936"/>
                  </a:lnTo>
                  <a:lnTo>
                    <a:pt x="800100" y="838200"/>
                  </a:lnTo>
                  <a:close/>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x-none"/>
            </a:p>
          </p:txBody>
        </p:sp>
      </p:grpSp>
      <p:sp>
        <p:nvSpPr>
          <p:cNvPr id="57348" name="object 149">
            <a:extLst>
              <a:ext uri="{FF2B5EF4-FFF2-40B4-BE49-F238E27FC236}">
                <a16:creationId xmlns:a16="http://schemas.microsoft.com/office/drawing/2014/main" xmlns="" id="{99612330-3E8A-4D98-9BDB-DBE1BDB013C4}"/>
              </a:ext>
            </a:extLst>
          </p:cNvPr>
          <p:cNvSpPr txBox="1">
            <a:spLocks noChangeArrowheads="1"/>
          </p:cNvSpPr>
          <p:nvPr/>
        </p:nvSpPr>
        <p:spPr bwMode="auto">
          <a:xfrm>
            <a:off x="5314950" y="1847850"/>
            <a:ext cx="1317625" cy="566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12700" rIns="0" bIns="0">
            <a:spAutoFit/>
          </a:bodyPr>
          <a:lstStyle>
            <a:lvl1pPr marL="127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spcBef>
                <a:spcPts val="100"/>
              </a:spcBef>
            </a:pPr>
            <a:r>
              <a:rPr lang="en-US" altLang="en-US">
                <a:latin typeface="Arial" panose="020B0604020202020204" pitchFamily="34" charset="0"/>
                <a:cs typeface="Arial" panose="020B0604020202020204" pitchFamily="34" charset="0"/>
              </a:rPr>
              <a:t>Add  reference</a:t>
            </a:r>
          </a:p>
        </p:txBody>
      </p:sp>
      <p:grpSp>
        <p:nvGrpSpPr>
          <p:cNvPr id="57349" name="object 150">
            <a:extLst>
              <a:ext uri="{FF2B5EF4-FFF2-40B4-BE49-F238E27FC236}">
                <a16:creationId xmlns:a16="http://schemas.microsoft.com/office/drawing/2014/main" xmlns="" id="{6EEDFE84-885F-4CCF-883A-004963CBCA49}"/>
              </a:ext>
            </a:extLst>
          </p:cNvPr>
          <p:cNvGrpSpPr>
            <a:grpSpLocks/>
          </p:cNvGrpSpPr>
          <p:nvPr/>
        </p:nvGrpSpPr>
        <p:grpSpPr bwMode="auto">
          <a:xfrm>
            <a:off x="5160963" y="2765425"/>
            <a:ext cx="1892300" cy="762000"/>
            <a:chOff x="6153150" y="2743200"/>
            <a:chExt cx="1892300" cy="762000"/>
          </a:xfrm>
        </p:grpSpPr>
        <p:sp>
          <p:nvSpPr>
            <p:cNvPr id="57361" name="object 151">
              <a:extLst>
                <a:ext uri="{FF2B5EF4-FFF2-40B4-BE49-F238E27FC236}">
                  <a16:creationId xmlns:a16="http://schemas.microsoft.com/office/drawing/2014/main" xmlns="" id="{E9354408-7343-4D67-9F58-BFEA2EF5681C}"/>
                </a:ext>
              </a:extLst>
            </p:cNvPr>
            <p:cNvSpPr>
              <a:spLocks/>
            </p:cNvSpPr>
            <p:nvPr/>
          </p:nvSpPr>
          <p:spPr bwMode="auto">
            <a:xfrm>
              <a:off x="6153150" y="2743200"/>
              <a:ext cx="1892300" cy="762000"/>
            </a:xfrm>
            <a:custGeom>
              <a:avLst/>
              <a:gdLst>
                <a:gd name="T0" fmla="*/ 878648 w 1892300"/>
                <a:gd name="T1" fmla="*/ 954 h 762000"/>
                <a:gd name="T2" fmla="*/ 747616 w 1892300"/>
                <a:gd name="T3" fmla="*/ 8398 h 762000"/>
                <a:gd name="T4" fmla="*/ 622952 w 1892300"/>
                <a:gd name="T5" fmla="*/ 22796 h 762000"/>
                <a:gd name="T6" fmla="*/ 505944 w 1892300"/>
                <a:gd name="T7" fmla="*/ 43638 h 762000"/>
                <a:gd name="T8" fmla="*/ 397879 w 1892300"/>
                <a:gd name="T9" fmla="*/ 70411 h 762000"/>
                <a:gd name="T10" fmla="*/ 300045 w 1892300"/>
                <a:gd name="T11" fmla="*/ 102606 h 762000"/>
                <a:gd name="T12" fmla="*/ 213729 w 1892300"/>
                <a:gd name="T13" fmla="*/ 139711 h 762000"/>
                <a:gd name="T14" fmla="*/ 140220 w 1892300"/>
                <a:gd name="T15" fmla="*/ 181215 h 762000"/>
                <a:gd name="T16" fmla="*/ 56785 w 1892300"/>
                <a:gd name="T17" fmla="*/ 250601 h 762000"/>
                <a:gd name="T18" fmla="*/ 2378 w 1892300"/>
                <a:gd name="T19" fmla="*/ 353742 h 762000"/>
                <a:gd name="T20" fmla="*/ 2378 w 1892300"/>
                <a:gd name="T21" fmla="*/ 408105 h 762000"/>
                <a:gd name="T22" fmla="*/ 56785 w 1892300"/>
                <a:gd name="T23" fmla="*/ 510891 h 762000"/>
                <a:gd name="T24" fmla="*/ 140220 w 1892300"/>
                <a:gd name="T25" fmla="*/ 580221 h 762000"/>
                <a:gd name="T26" fmla="*/ 213729 w 1892300"/>
                <a:gd name="T27" fmla="*/ 621759 h 762000"/>
                <a:gd name="T28" fmla="*/ 300045 w 1892300"/>
                <a:gd name="T29" fmla="*/ 658938 h 762000"/>
                <a:gd name="T30" fmla="*/ 397879 w 1892300"/>
                <a:gd name="T31" fmla="*/ 691233 h 762000"/>
                <a:gd name="T32" fmla="*/ 505944 w 1892300"/>
                <a:gd name="T33" fmla="*/ 718116 h 762000"/>
                <a:gd name="T34" fmla="*/ 622952 w 1892300"/>
                <a:gd name="T35" fmla="*/ 739062 h 762000"/>
                <a:gd name="T36" fmla="*/ 747616 w 1892300"/>
                <a:gd name="T37" fmla="*/ 753545 h 762000"/>
                <a:gd name="T38" fmla="*/ 878648 w 1892300"/>
                <a:gd name="T39" fmla="*/ 761038 h 762000"/>
                <a:gd name="T40" fmla="*/ 1013651 w 1892300"/>
                <a:gd name="T41" fmla="*/ 761038 h 762000"/>
                <a:gd name="T42" fmla="*/ 1144683 w 1892300"/>
                <a:gd name="T43" fmla="*/ 753545 h 762000"/>
                <a:gd name="T44" fmla="*/ 1269347 w 1892300"/>
                <a:gd name="T45" fmla="*/ 739062 h 762000"/>
                <a:gd name="T46" fmla="*/ 1386355 w 1892300"/>
                <a:gd name="T47" fmla="*/ 718116 h 762000"/>
                <a:gd name="T48" fmla="*/ 1494420 w 1892300"/>
                <a:gd name="T49" fmla="*/ 691233 h 762000"/>
                <a:gd name="T50" fmla="*/ 1592254 w 1892300"/>
                <a:gd name="T51" fmla="*/ 658938 h 762000"/>
                <a:gd name="T52" fmla="*/ 1678570 w 1892300"/>
                <a:gd name="T53" fmla="*/ 621759 h 762000"/>
                <a:gd name="T54" fmla="*/ 1752079 w 1892300"/>
                <a:gd name="T55" fmla="*/ 580221 h 762000"/>
                <a:gd name="T56" fmla="*/ 1835514 w 1892300"/>
                <a:gd name="T57" fmla="*/ 510891 h 762000"/>
                <a:gd name="T58" fmla="*/ 1889921 w 1892300"/>
                <a:gd name="T59" fmla="*/ 408105 h 762000"/>
                <a:gd name="T60" fmla="*/ 1889921 w 1892300"/>
                <a:gd name="T61" fmla="*/ 353742 h 762000"/>
                <a:gd name="T62" fmla="*/ 1835514 w 1892300"/>
                <a:gd name="T63" fmla="*/ 250601 h 762000"/>
                <a:gd name="T64" fmla="*/ 1752079 w 1892300"/>
                <a:gd name="T65" fmla="*/ 181215 h 762000"/>
                <a:gd name="T66" fmla="*/ 1678570 w 1892300"/>
                <a:gd name="T67" fmla="*/ 139711 h 762000"/>
                <a:gd name="T68" fmla="*/ 1592254 w 1892300"/>
                <a:gd name="T69" fmla="*/ 102606 h 762000"/>
                <a:gd name="T70" fmla="*/ 1494420 w 1892300"/>
                <a:gd name="T71" fmla="*/ 70411 h 762000"/>
                <a:gd name="T72" fmla="*/ 1386355 w 1892300"/>
                <a:gd name="T73" fmla="*/ 43638 h 762000"/>
                <a:gd name="T74" fmla="*/ 1269347 w 1892300"/>
                <a:gd name="T75" fmla="*/ 22796 h 762000"/>
                <a:gd name="T76" fmla="*/ 1144683 w 1892300"/>
                <a:gd name="T77" fmla="*/ 8398 h 762000"/>
                <a:gd name="T78" fmla="*/ 1013651 w 1892300"/>
                <a:gd name="T79" fmla="*/ 954 h 762000"/>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1892300" h="762000">
                  <a:moveTo>
                    <a:pt x="946150" y="0"/>
                  </a:moveTo>
                  <a:lnTo>
                    <a:pt x="878648" y="954"/>
                  </a:lnTo>
                  <a:lnTo>
                    <a:pt x="812416" y="3775"/>
                  </a:lnTo>
                  <a:lnTo>
                    <a:pt x="747616" y="8398"/>
                  </a:lnTo>
                  <a:lnTo>
                    <a:pt x="684407" y="14760"/>
                  </a:lnTo>
                  <a:lnTo>
                    <a:pt x="622952" y="22796"/>
                  </a:lnTo>
                  <a:lnTo>
                    <a:pt x="563410" y="32444"/>
                  </a:lnTo>
                  <a:lnTo>
                    <a:pt x="505944" y="43638"/>
                  </a:lnTo>
                  <a:lnTo>
                    <a:pt x="450713" y="56315"/>
                  </a:lnTo>
                  <a:lnTo>
                    <a:pt x="397879" y="70411"/>
                  </a:lnTo>
                  <a:lnTo>
                    <a:pt x="347602" y="85863"/>
                  </a:lnTo>
                  <a:lnTo>
                    <a:pt x="300045" y="102606"/>
                  </a:lnTo>
                  <a:lnTo>
                    <a:pt x="255367" y="120577"/>
                  </a:lnTo>
                  <a:lnTo>
                    <a:pt x="213729" y="139711"/>
                  </a:lnTo>
                  <a:lnTo>
                    <a:pt x="175294" y="159945"/>
                  </a:lnTo>
                  <a:lnTo>
                    <a:pt x="140220" y="181215"/>
                  </a:lnTo>
                  <a:lnTo>
                    <a:pt x="108671" y="203457"/>
                  </a:lnTo>
                  <a:lnTo>
                    <a:pt x="56785" y="250601"/>
                  </a:lnTo>
                  <a:lnTo>
                    <a:pt x="20925" y="300866"/>
                  </a:lnTo>
                  <a:lnTo>
                    <a:pt x="2378" y="353742"/>
                  </a:lnTo>
                  <a:lnTo>
                    <a:pt x="0" y="381000"/>
                  </a:lnTo>
                  <a:lnTo>
                    <a:pt x="2378" y="408105"/>
                  </a:lnTo>
                  <a:lnTo>
                    <a:pt x="20925" y="460757"/>
                  </a:lnTo>
                  <a:lnTo>
                    <a:pt x="56785" y="510891"/>
                  </a:lnTo>
                  <a:lnTo>
                    <a:pt x="108671" y="557981"/>
                  </a:lnTo>
                  <a:lnTo>
                    <a:pt x="140220" y="580221"/>
                  </a:lnTo>
                  <a:lnTo>
                    <a:pt x="175294" y="601502"/>
                  </a:lnTo>
                  <a:lnTo>
                    <a:pt x="213729" y="621759"/>
                  </a:lnTo>
                  <a:lnTo>
                    <a:pt x="255367" y="640926"/>
                  </a:lnTo>
                  <a:lnTo>
                    <a:pt x="300045" y="658938"/>
                  </a:lnTo>
                  <a:lnTo>
                    <a:pt x="347602" y="675729"/>
                  </a:lnTo>
                  <a:lnTo>
                    <a:pt x="397879" y="691233"/>
                  </a:lnTo>
                  <a:lnTo>
                    <a:pt x="450713" y="705383"/>
                  </a:lnTo>
                  <a:lnTo>
                    <a:pt x="505944" y="718116"/>
                  </a:lnTo>
                  <a:lnTo>
                    <a:pt x="563410" y="729364"/>
                  </a:lnTo>
                  <a:lnTo>
                    <a:pt x="622952" y="739062"/>
                  </a:lnTo>
                  <a:lnTo>
                    <a:pt x="684407" y="747144"/>
                  </a:lnTo>
                  <a:lnTo>
                    <a:pt x="747616" y="753545"/>
                  </a:lnTo>
                  <a:lnTo>
                    <a:pt x="812416" y="758198"/>
                  </a:lnTo>
                  <a:lnTo>
                    <a:pt x="878648" y="761038"/>
                  </a:lnTo>
                  <a:lnTo>
                    <a:pt x="946150" y="762000"/>
                  </a:lnTo>
                  <a:lnTo>
                    <a:pt x="1013651" y="761038"/>
                  </a:lnTo>
                  <a:lnTo>
                    <a:pt x="1079883" y="758198"/>
                  </a:lnTo>
                  <a:lnTo>
                    <a:pt x="1144683" y="753545"/>
                  </a:lnTo>
                  <a:lnTo>
                    <a:pt x="1207892" y="747144"/>
                  </a:lnTo>
                  <a:lnTo>
                    <a:pt x="1269347" y="739062"/>
                  </a:lnTo>
                  <a:lnTo>
                    <a:pt x="1328889" y="729364"/>
                  </a:lnTo>
                  <a:lnTo>
                    <a:pt x="1386355" y="718116"/>
                  </a:lnTo>
                  <a:lnTo>
                    <a:pt x="1441586" y="705383"/>
                  </a:lnTo>
                  <a:lnTo>
                    <a:pt x="1494420" y="691233"/>
                  </a:lnTo>
                  <a:lnTo>
                    <a:pt x="1544697" y="675729"/>
                  </a:lnTo>
                  <a:lnTo>
                    <a:pt x="1592254" y="658938"/>
                  </a:lnTo>
                  <a:lnTo>
                    <a:pt x="1636932" y="640926"/>
                  </a:lnTo>
                  <a:lnTo>
                    <a:pt x="1678570" y="621759"/>
                  </a:lnTo>
                  <a:lnTo>
                    <a:pt x="1717005" y="601502"/>
                  </a:lnTo>
                  <a:lnTo>
                    <a:pt x="1752079" y="580221"/>
                  </a:lnTo>
                  <a:lnTo>
                    <a:pt x="1783628" y="557981"/>
                  </a:lnTo>
                  <a:lnTo>
                    <a:pt x="1835514" y="510891"/>
                  </a:lnTo>
                  <a:lnTo>
                    <a:pt x="1871374" y="460757"/>
                  </a:lnTo>
                  <a:lnTo>
                    <a:pt x="1889921" y="408105"/>
                  </a:lnTo>
                  <a:lnTo>
                    <a:pt x="1892300" y="381000"/>
                  </a:lnTo>
                  <a:lnTo>
                    <a:pt x="1889921" y="353742"/>
                  </a:lnTo>
                  <a:lnTo>
                    <a:pt x="1871374" y="300866"/>
                  </a:lnTo>
                  <a:lnTo>
                    <a:pt x="1835514" y="250601"/>
                  </a:lnTo>
                  <a:lnTo>
                    <a:pt x="1783628" y="203457"/>
                  </a:lnTo>
                  <a:lnTo>
                    <a:pt x="1752079" y="181215"/>
                  </a:lnTo>
                  <a:lnTo>
                    <a:pt x="1717005" y="159945"/>
                  </a:lnTo>
                  <a:lnTo>
                    <a:pt x="1678570" y="139711"/>
                  </a:lnTo>
                  <a:lnTo>
                    <a:pt x="1636932" y="120577"/>
                  </a:lnTo>
                  <a:lnTo>
                    <a:pt x="1592254" y="102606"/>
                  </a:lnTo>
                  <a:lnTo>
                    <a:pt x="1544697" y="85863"/>
                  </a:lnTo>
                  <a:lnTo>
                    <a:pt x="1494420" y="70411"/>
                  </a:lnTo>
                  <a:lnTo>
                    <a:pt x="1441586" y="56315"/>
                  </a:lnTo>
                  <a:lnTo>
                    <a:pt x="1386355" y="43638"/>
                  </a:lnTo>
                  <a:lnTo>
                    <a:pt x="1328889" y="32444"/>
                  </a:lnTo>
                  <a:lnTo>
                    <a:pt x="1269347" y="22796"/>
                  </a:lnTo>
                  <a:lnTo>
                    <a:pt x="1207892" y="14760"/>
                  </a:lnTo>
                  <a:lnTo>
                    <a:pt x="1144683" y="8398"/>
                  </a:lnTo>
                  <a:lnTo>
                    <a:pt x="1079883" y="3775"/>
                  </a:lnTo>
                  <a:lnTo>
                    <a:pt x="1013651" y="954"/>
                  </a:lnTo>
                  <a:lnTo>
                    <a:pt x="94615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x-none"/>
            </a:p>
          </p:txBody>
        </p:sp>
        <p:sp>
          <p:nvSpPr>
            <p:cNvPr id="57362" name="object 152">
              <a:extLst>
                <a:ext uri="{FF2B5EF4-FFF2-40B4-BE49-F238E27FC236}">
                  <a16:creationId xmlns:a16="http://schemas.microsoft.com/office/drawing/2014/main" xmlns="" id="{51A7E132-D69E-40DB-B97D-2DCD28BB8E06}"/>
                </a:ext>
              </a:extLst>
            </p:cNvPr>
            <p:cNvSpPr>
              <a:spLocks/>
            </p:cNvSpPr>
            <p:nvPr/>
          </p:nvSpPr>
          <p:spPr bwMode="auto">
            <a:xfrm>
              <a:off x="6153150" y="2743200"/>
              <a:ext cx="1892300" cy="762000"/>
            </a:xfrm>
            <a:custGeom>
              <a:avLst/>
              <a:gdLst>
                <a:gd name="T0" fmla="*/ 878648 w 1892300"/>
                <a:gd name="T1" fmla="*/ 761038 h 762000"/>
                <a:gd name="T2" fmla="*/ 747616 w 1892300"/>
                <a:gd name="T3" fmla="*/ 753545 h 762000"/>
                <a:gd name="T4" fmla="*/ 622952 w 1892300"/>
                <a:gd name="T5" fmla="*/ 739062 h 762000"/>
                <a:gd name="T6" fmla="*/ 505944 w 1892300"/>
                <a:gd name="T7" fmla="*/ 718116 h 762000"/>
                <a:gd name="T8" fmla="*/ 397879 w 1892300"/>
                <a:gd name="T9" fmla="*/ 691233 h 762000"/>
                <a:gd name="T10" fmla="*/ 300045 w 1892300"/>
                <a:gd name="T11" fmla="*/ 658938 h 762000"/>
                <a:gd name="T12" fmla="*/ 213729 w 1892300"/>
                <a:gd name="T13" fmla="*/ 621759 h 762000"/>
                <a:gd name="T14" fmla="*/ 140220 w 1892300"/>
                <a:gd name="T15" fmla="*/ 580221 h 762000"/>
                <a:gd name="T16" fmla="*/ 56785 w 1892300"/>
                <a:gd name="T17" fmla="*/ 510891 h 762000"/>
                <a:gd name="T18" fmla="*/ 2378 w 1892300"/>
                <a:gd name="T19" fmla="*/ 408105 h 762000"/>
                <a:gd name="T20" fmla="*/ 2378 w 1892300"/>
                <a:gd name="T21" fmla="*/ 353742 h 762000"/>
                <a:gd name="T22" fmla="*/ 56785 w 1892300"/>
                <a:gd name="T23" fmla="*/ 250601 h 762000"/>
                <a:gd name="T24" fmla="*/ 140220 w 1892300"/>
                <a:gd name="T25" fmla="*/ 181215 h 762000"/>
                <a:gd name="T26" fmla="*/ 213729 w 1892300"/>
                <a:gd name="T27" fmla="*/ 139711 h 762000"/>
                <a:gd name="T28" fmla="*/ 300045 w 1892300"/>
                <a:gd name="T29" fmla="*/ 102606 h 762000"/>
                <a:gd name="T30" fmla="*/ 397879 w 1892300"/>
                <a:gd name="T31" fmla="*/ 70411 h 762000"/>
                <a:gd name="T32" fmla="*/ 505944 w 1892300"/>
                <a:gd name="T33" fmla="*/ 43638 h 762000"/>
                <a:gd name="T34" fmla="*/ 622952 w 1892300"/>
                <a:gd name="T35" fmla="*/ 22796 h 762000"/>
                <a:gd name="T36" fmla="*/ 747616 w 1892300"/>
                <a:gd name="T37" fmla="*/ 8398 h 762000"/>
                <a:gd name="T38" fmla="*/ 878648 w 1892300"/>
                <a:gd name="T39" fmla="*/ 954 h 762000"/>
                <a:gd name="T40" fmla="*/ 1013651 w 1892300"/>
                <a:gd name="T41" fmla="*/ 954 h 762000"/>
                <a:gd name="T42" fmla="*/ 1144683 w 1892300"/>
                <a:gd name="T43" fmla="*/ 8398 h 762000"/>
                <a:gd name="T44" fmla="*/ 1269347 w 1892300"/>
                <a:gd name="T45" fmla="*/ 22796 h 762000"/>
                <a:gd name="T46" fmla="*/ 1386355 w 1892300"/>
                <a:gd name="T47" fmla="*/ 43638 h 762000"/>
                <a:gd name="T48" fmla="*/ 1494420 w 1892300"/>
                <a:gd name="T49" fmla="*/ 70411 h 762000"/>
                <a:gd name="T50" fmla="*/ 1592254 w 1892300"/>
                <a:gd name="T51" fmla="*/ 102606 h 762000"/>
                <a:gd name="T52" fmla="*/ 1678570 w 1892300"/>
                <a:gd name="T53" fmla="*/ 139711 h 762000"/>
                <a:gd name="T54" fmla="*/ 1752079 w 1892300"/>
                <a:gd name="T55" fmla="*/ 181215 h 762000"/>
                <a:gd name="T56" fmla="*/ 1835514 w 1892300"/>
                <a:gd name="T57" fmla="*/ 250601 h 762000"/>
                <a:gd name="T58" fmla="*/ 1889921 w 1892300"/>
                <a:gd name="T59" fmla="*/ 353742 h 762000"/>
                <a:gd name="T60" fmla="*/ 1889921 w 1892300"/>
                <a:gd name="T61" fmla="*/ 408105 h 762000"/>
                <a:gd name="T62" fmla="*/ 1835514 w 1892300"/>
                <a:gd name="T63" fmla="*/ 510891 h 762000"/>
                <a:gd name="T64" fmla="*/ 1752079 w 1892300"/>
                <a:gd name="T65" fmla="*/ 580221 h 762000"/>
                <a:gd name="T66" fmla="*/ 1678570 w 1892300"/>
                <a:gd name="T67" fmla="*/ 621759 h 762000"/>
                <a:gd name="T68" fmla="*/ 1592254 w 1892300"/>
                <a:gd name="T69" fmla="*/ 658938 h 762000"/>
                <a:gd name="T70" fmla="*/ 1494420 w 1892300"/>
                <a:gd name="T71" fmla="*/ 691233 h 762000"/>
                <a:gd name="T72" fmla="*/ 1386355 w 1892300"/>
                <a:gd name="T73" fmla="*/ 718116 h 762000"/>
                <a:gd name="T74" fmla="*/ 1269347 w 1892300"/>
                <a:gd name="T75" fmla="*/ 739062 h 762000"/>
                <a:gd name="T76" fmla="*/ 1144683 w 1892300"/>
                <a:gd name="T77" fmla="*/ 753545 h 762000"/>
                <a:gd name="T78" fmla="*/ 1013651 w 1892300"/>
                <a:gd name="T79" fmla="*/ 761038 h 762000"/>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1892300" h="762000">
                  <a:moveTo>
                    <a:pt x="946150" y="762000"/>
                  </a:moveTo>
                  <a:lnTo>
                    <a:pt x="878648" y="761038"/>
                  </a:lnTo>
                  <a:lnTo>
                    <a:pt x="812416" y="758198"/>
                  </a:lnTo>
                  <a:lnTo>
                    <a:pt x="747616" y="753545"/>
                  </a:lnTo>
                  <a:lnTo>
                    <a:pt x="684407" y="747144"/>
                  </a:lnTo>
                  <a:lnTo>
                    <a:pt x="622952" y="739062"/>
                  </a:lnTo>
                  <a:lnTo>
                    <a:pt x="563410" y="729364"/>
                  </a:lnTo>
                  <a:lnTo>
                    <a:pt x="505944" y="718116"/>
                  </a:lnTo>
                  <a:lnTo>
                    <a:pt x="450713" y="705383"/>
                  </a:lnTo>
                  <a:lnTo>
                    <a:pt x="397879" y="691233"/>
                  </a:lnTo>
                  <a:lnTo>
                    <a:pt x="347602" y="675729"/>
                  </a:lnTo>
                  <a:lnTo>
                    <a:pt x="300045" y="658938"/>
                  </a:lnTo>
                  <a:lnTo>
                    <a:pt x="255367" y="640926"/>
                  </a:lnTo>
                  <a:lnTo>
                    <a:pt x="213729" y="621759"/>
                  </a:lnTo>
                  <a:lnTo>
                    <a:pt x="175294" y="601502"/>
                  </a:lnTo>
                  <a:lnTo>
                    <a:pt x="140220" y="580221"/>
                  </a:lnTo>
                  <a:lnTo>
                    <a:pt x="108671" y="557981"/>
                  </a:lnTo>
                  <a:lnTo>
                    <a:pt x="56785" y="510891"/>
                  </a:lnTo>
                  <a:lnTo>
                    <a:pt x="20925" y="460757"/>
                  </a:lnTo>
                  <a:lnTo>
                    <a:pt x="2378" y="408105"/>
                  </a:lnTo>
                  <a:lnTo>
                    <a:pt x="0" y="381000"/>
                  </a:lnTo>
                  <a:lnTo>
                    <a:pt x="2378" y="353742"/>
                  </a:lnTo>
                  <a:lnTo>
                    <a:pt x="20925" y="300866"/>
                  </a:lnTo>
                  <a:lnTo>
                    <a:pt x="56785" y="250601"/>
                  </a:lnTo>
                  <a:lnTo>
                    <a:pt x="108671" y="203457"/>
                  </a:lnTo>
                  <a:lnTo>
                    <a:pt x="140220" y="181215"/>
                  </a:lnTo>
                  <a:lnTo>
                    <a:pt x="175294" y="159945"/>
                  </a:lnTo>
                  <a:lnTo>
                    <a:pt x="213729" y="139711"/>
                  </a:lnTo>
                  <a:lnTo>
                    <a:pt x="255367" y="120577"/>
                  </a:lnTo>
                  <a:lnTo>
                    <a:pt x="300045" y="102606"/>
                  </a:lnTo>
                  <a:lnTo>
                    <a:pt x="347602" y="85863"/>
                  </a:lnTo>
                  <a:lnTo>
                    <a:pt x="397879" y="70411"/>
                  </a:lnTo>
                  <a:lnTo>
                    <a:pt x="450713" y="56315"/>
                  </a:lnTo>
                  <a:lnTo>
                    <a:pt x="505944" y="43638"/>
                  </a:lnTo>
                  <a:lnTo>
                    <a:pt x="563410" y="32444"/>
                  </a:lnTo>
                  <a:lnTo>
                    <a:pt x="622952" y="22796"/>
                  </a:lnTo>
                  <a:lnTo>
                    <a:pt x="684407" y="14760"/>
                  </a:lnTo>
                  <a:lnTo>
                    <a:pt x="747616" y="8398"/>
                  </a:lnTo>
                  <a:lnTo>
                    <a:pt x="812416" y="3775"/>
                  </a:lnTo>
                  <a:lnTo>
                    <a:pt x="878648" y="954"/>
                  </a:lnTo>
                  <a:lnTo>
                    <a:pt x="946150" y="0"/>
                  </a:lnTo>
                  <a:lnTo>
                    <a:pt x="1013651" y="954"/>
                  </a:lnTo>
                  <a:lnTo>
                    <a:pt x="1079883" y="3775"/>
                  </a:lnTo>
                  <a:lnTo>
                    <a:pt x="1144683" y="8398"/>
                  </a:lnTo>
                  <a:lnTo>
                    <a:pt x="1207892" y="14760"/>
                  </a:lnTo>
                  <a:lnTo>
                    <a:pt x="1269347" y="22796"/>
                  </a:lnTo>
                  <a:lnTo>
                    <a:pt x="1328889" y="32444"/>
                  </a:lnTo>
                  <a:lnTo>
                    <a:pt x="1386355" y="43638"/>
                  </a:lnTo>
                  <a:lnTo>
                    <a:pt x="1441586" y="56315"/>
                  </a:lnTo>
                  <a:lnTo>
                    <a:pt x="1494420" y="70411"/>
                  </a:lnTo>
                  <a:lnTo>
                    <a:pt x="1544697" y="85863"/>
                  </a:lnTo>
                  <a:lnTo>
                    <a:pt x="1592254" y="102606"/>
                  </a:lnTo>
                  <a:lnTo>
                    <a:pt x="1636932" y="120577"/>
                  </a:lnTo>
                  <a:lnTo>
                    <a:pt x="1678570" y="139711"/>
                  </a:lnTo>
                  <a:lnTo>
                    <a:pt x="1717005" y="159945"/>
                  </a:lnTo>
                  <a:lnTo>
                    <a:pt x="1752079" y="181215"/>
                  </a:lnTo>
                  <a:lnTo>
                    <a:pt x="1783628" y="203457"/>
                  </a:lnTo>
                  <a:lnTo>
                    <a:pt x="1835514" y="250601"/>
                  </a:lnTo>
                  <a:lnTo>
                    <a:pt x="1871374" y="300866"/>
                  </a:lnTo>
                  <a:lnTo>
                    <a:pt x="1889921" y="353742"/>
                  </a:lnTo>
                  <a:lnTo>
                    <a:pt x="1892300" y="381000"/>
                  </a:lnTo>
                  <a:lnTo>
                    <a:pt x="1889921" y="408105"/>
                  </a:lnTo>
                  <a:lnTo>
                    <a:pt x="1871374" y="460757"/>
                  </a:lnTo>
                  <a:lnTo>
                    <a:pt x="1835514" y="510891"/>
                  </a:lnTo>
                  <a:lnTo>
                    <a:pt x="1783628" y="557981"/>
                  </a:lnTo>
                  <a:lnTo>
                    <a:pt x="1752079" y="580221"/>
                  </a:lnTo>
                  <a:lnTo>
                    <a:pt x="1717005" y="601502"/>
                  </a:lnTo>
                  <a:lnTo>
                    <a:pt x="1678570" y="621759"/>
                  </a:lnTo>
                  <a:lnTo>
                    <a:pt x="1636932" y="640926"/>
                  </a:lnTo>
                  <a:lnTo>
                    <a:pt x="1592254" y="658938"/>
                  </a:lnTo>
                  <a:lnTo>
                    <a:pt x="1544697" y="675729"/>
                  </a:lnTo>
                  <a:lnTo>
                    <a:pt x="1494420" y="691233"/>
                  </a:lnTo>
                  <a:lnTo>
                    <a:pt x="1441586" y="705383"/>
                  </a:lnTo>
                  <a:lnTo>
                    <a:pt x="1386355" y="718116"/>
                  </a:lnTo>
                  <a:lnTo>
                    <a:pt x="1328889" y="729364"/>
                  </a:lnTo>
                  <a:lnTo>
                    <a:pt x="1269347" y="739062"/>
                  </a:lnTo>
                  <a:lnTo>
                    <a:pt x="1207892" y="747144"/>
                  </a:lnTo>
                  <a:lnTo>
                    <a:pt x="1144683" y="753545"/>
                  </a:lnTo>
                  <a:lnTo>
                    <a:pt x="1079883" y="758198"/>
                  </a:lnTo>
                  <a:lnTo>
                    <a:pt x="1013651" y="761038"/>
                  </a:lnTo>
                  <a:lnTo>
                    <a:pt x="946150" y="762000"/>
                  </a:lnTo>
                  <a:close/>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x-none"/>
            </a:p>
          </p:txBody>
        </p:sp>
      </p:grpSp>
      <p:sp>
        <p:nvSpPr>
          <p:cNvPr id="57350" name="object 153">
            <a:extLst>
              <a:ext uri="{FF2B5EF4-FFF2-40B4-BE49-F238E27FC236}">
                <a16:creationId xmlns:a16="http://schemas.microsoft.com/office/drawing/2014/main" xmlns="" id="{904BDC12-5710-47F9-8CAB-D516A77A3C5C}"/>
              </a:ext>
            </a:extLst>
          </p:cNvPr>
          <p:cNvSpPr txBox="1">
            <a:spLocks noChangeArrowheads="1"/>
          </p:cNvSpPr>
          <p:nvPr/>
        </p:nvSpPr>
        <p:spPr bwMode="auto">
          <a:xfrm>
            <a:off x="5613400" y="2911475"/>
            <a:ext cx="989013" cy="57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12700" rIns="0" bIns="0">
            <a:spAutoFit/>
          </a:bodyPr>
          <a:lstStyle>
            <a:lvl1pPr marL="12700" indent="55563">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spcBef>
                <a:spcPts val="100"/>
              </a:spcBef>
            </a:pPr>
            <a:r>
              <a:rPr lang="en-US" altLang="en-US">
                <a:latin typeface="Arial" panose="020B0604020202020204" pitchFamily="34" charset="0"/>
                <a:cs typeface="Arial" panose="020B0604020202020204" pitchFamily="34" charset="0"/>
              </a:rPr>
              <a:t>Remove  reference</a:t>
            </a:r>
          </a:p>
        </p:txBody>
      </p:sp>
      <p:grpSp>
        <p:nvGrpSpPr>
          <p:cNvPr id="57351" name="object 154">
            <a:extLst>
              <a:ext uri="{FF2B5EF4-FFF2-40B4-BE49-F238E27FC236}">
                <a16:creationId xmlns:a16="http://schemas.microsoft.com/office/drawing/2014/main" xmlns="" id="{F41DFC77-21EC-4CB8-8FD0-8B11AB25CAD1}"/>
              </a:ext>
            </a:extLst>
          </p:cNvPr>
          <p:cNvGrpSpPr>
            <a:grpSpLocks/>
          </p:cNvGrpSpPr>
          <p:nvPr/>
        </p:nvGrpSpPr>
        <p:grpSpPr bwMode="auto">
          <a:xfrm>
            <a:off x="1905000" y="2209800"/>
            <a:ext cx="5067300" cy="3683000"/>
            <a:chOff x="2914650" y="2184400"/>
            <a:chExt cx="5067300" cy="3683000"/>
          </a:xfrm>
        </p:grpSpPr>
        <p:sp>
          <p:nvSpPr>
            <p:cNvPr id="57355" name="object 155">
              <a:extLst>
                <a:ext uri="{FF2B5EF4-FFF2-40B4-BE49-F238E27FC236}">
                  <a16:creationId xmlns:a16="http://schemas.microsoft.com/office/drawing/2014/main" xmlns="" id="{02C0A899-3FC8-491A-A452-3A2EAC8B885C}"/>
                </a:ext>
              </a:extLst>
            </p:cNvPr>
            <p:cNvSpPr>
              <a:spLocks/>
            </p:cNvSpPr>
            <p:nvPr/>
          </p:nvSpPr>
          <p:spPr bwMode="auto">
            <a:xfrm>
              <a:off x="6000750" y="3886200"/>
              <a:ext cx="1981200" cy="727710"/>
            </a:xfrm>
            <a:custGeom>
              <a:avLst/>
              <a:gdLst>
                <a:gd name="T0" fmla="*/ 922745 w 1981200"/>
                <a:gd name="T1" fmla="*/ 837 h 727710"/>
                <a:gd name="T2" fmla="*/ 790880 w 1981200"/>
                <a:gd name="T3" fmla="*/ 7376 h 727710"/>
                <a:gd name="T4" fmla="*/ 665119 w 1981200"/>
                <a:gd name="T5" fmla="*/ 20041 h 727710"/>
                <a:gd name="T6" fmla="*/ 546642 w 1981200"/>
                <a:gd name="T7" fmla="*/ 38398 h 727710"/>
                <a:gd name="T8" fmla="*/ 436624 w 1981200"/>
                <a:gd name="T9" fmla="*/ 62016 h 727710"/>
                <a:gd name="T10" fmla="*/ 336244 w 1981200"/>
                <a:gd name="T11" fmla="*/ 90463 h 727710"/>
                <a:gd name="T12" fmla="*/ 246679 w 1981200"/>
                <a:gd name="T13" fmla="*/ 123306 h 727710"/>
                <a:gd name="T14" fmla="*/ 169105 w 1981200"/>
                <a:gd name="T15" fmla="*/ 160114 h 727710"/>
                <a:gd name="T16" fmla="*/ 77807 w 1981200"/>
                <a:gd name="T17" fmla="*/ 221813 h 727710"/>
                <a:gd name="T18" fmla="*/ 9037 w 1981200"/>
                <a:gd name="T19" fmla="*/ 313920 h 727710"/>
                <a:gd name="T20" fmla="*/ 2283 w 1981200"/>
                <a:gd name="T21" fmla="*/ 388101 h 727710"/>
                <a:gd name="T22" fmla="*/ 54646 w 1981200"/>
                <a:gd name="T23" fmla="*/ 482688 h 727710"/>
                <a:gd name="T24" fmla="*/ 169105 w 1981200"/>
                <a:gd name="T25" fmla="*/ 566727 h 727710"/>
                <a:gd name="T26" fmla="*/ 246679 w 1981200"/>
                <a:gd name="T27" fmla="*/ 603689 h 727710"/>
                <a:gd name="T28" fmla="*/ 336244 w 1981200"/>
                <a:gd name="T29" fmla="*/ 636690 h 727710"/>
                <a:gd name="T30" fmla="*/ 436624 w 1981200"/>
                <a:gd name="T31" fmla="*/ 665291 h 727710"/>
                <a:gd name="T32" fmla="*/ 546642 w 1981200"/>
                <a:gd name="T33" fmla="*/ 689050 h 727710"/>
                <a:gd name="T34" fmla="*/ 665119 w 1981200"/>
                <a:gd name="T35" fmla="*/ 707526 h 727710"/>
                <a:gd name="T36" fmla="*/ 790880 w 1981200"/>
                <a:gd name="T37" fmla="*/ 720278 h 727710"/>
                <a:gd name="T38" fmla="*/ 922745 w 1981200"/>
                <a:gd name="T39" fmla="*/ 726865 h 727710"/>
                <a:gd name="T40" fmla="*/ 1058308 w 1981200"/>
                <a:gd name="T41" fmla="*/ 726865 h 727710"/>
                <a:gd name="T42" fmla="*/ 1189955 w 1981200"/>
                <a:gd name="T43" fmla="*/ 720278 h 727710"/>
                <a:gd name="T44" fmla="*/ 1315582 w 1981200"/>
                <a:gd name="T45" fmla="*/ 707526 h 727710"/>
                <a:gd name="T46" fmla="*/ 1434000 w 1981200"/>
                <a:gd name="T47" fmla="*/ 689050 h 727710"/>
                <a:gd name="T48" fmla="*/ 1544017 w 1981200"/>
                <a:gd name="T49" fmla="*/ 665291 h 727710"/>
                <a:gd name="T50" fmla="*/ 1644443 w 1981200"/>
                <a:gd name="T51" fmla="*/ 636690 h 727710"/>
                <a:gd name="T52" fmla="*/ 1734087 w 1981200"/>
                <a:gd name="T53" fmla="*/ 603689 h 727710"/>
                <a:gd name="T54" fmla="*/ 1811759 w 1981200"/>
                <a:gd name="T55" fmla="*/ 566727 h 727710"/>
                <a:gd name="T56" fmla="*/ 1903214 w 1981200"/>
                <a:gd name="T57" fmla="*/ 504824 h 727710"/>
                <a:gd name="T58" fmla="*/ 1972138 w 1981200"/>
                <a:gd name="T59" fmla="*/ 412544 h 727710"/>
                <a:gd name="T60" fmla="*/ 1978909 w 1981200"/>
                <a:gd name="T61" fmla="*/ 338344 h 727710"/>
                <a:gd name="T62" fmla="*/ 1926422 w 1981200"/>
                <a:gd name="T63" fmla="*/ 243893 h 727710"/>
                <a:gd name="T64" fmla="*/ 1811759 w 1981200"/>
                <a:gd name="T65" fmla="*/ 160114 h 727710"/>
                <a:gd name="T66" fmla="*/ 1734087 w 1981200"/>
                <a:gd name="T67" fmla="*/ 123306 h 727710"/>
                <a:gd name="T68" fmla="*/ 1644443 w 1981200"/>
                <a:gd name="T69" fmla="*/ 90463 h 727710"/>
                <a:gd name="T70" fmla="*/ 1544017 w 1981200"/>
                <a:gd name="T71" fmla="*/ 62016 h 727710"/>
                <a:gd name="T72" fmla="*/ 1434000 w 1981200"/>
                <a:gd name="T73" fmla="*/ 38398 h 727710"/>
                <a:gd name="T74" fmla="*/ 1315582 w 1981200"/>
                <a:gd name="T75" fmla="*/ 20041 h 727710"/>
                <a:gd name="T76" fmla="*/ 1189955 w 1981200"/>
                <a:gd name="T77" fmla="*/ 7376 h 727710"/>
                <a:gd name="T78" fmla="*/ 1058308 w 1981200"/>
                <a:gd name="T79" fmla="*/ 837 h 727710"/>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1981200" h="727710">
                  <a:moveTo>
                    <a:pt x="990600" y="0"/>
                  </a:moveTo>
                  <a:lnTo>
                    <a:pt x="922745" y="837"/>
                  </a:lnTo>
                  <a:lnTo>
                    <a:pt x="856123" y="3314"/>
                  </a:lnTo>
                  <a:lnTo>
                    <a:pt x="790880" y="7376"/>
                  </a:lnTo>
                  <a:lnTo>
                    <a:pt x="727163" y="12970"/>
                  </a:lnTo>
                  <a:lnTo>
                    <a:pt x="665119" y="20041"/>
                  </a:lnTo>
                  <a:lnTo>
                    <a:pt x="604897" y="28535"/>
                  </a:lnTo>
                  <a:lnTo>
                    <a:pt x="546642" y="38398"/>
                  </a:lnTo>
                  <a:lnTo>
                    <a:pt x="490502" y="49577"/>
                  </a:lnTo>
                  <a:lnTo>
                    <a:pt x="436624" y="62016"/>
                  </a:lnTo>
                  <a:lnTo>
                    <a:pt x="385156" y="75663"/>
                  </a:lnTo>
                  <a:lnTo>
                    <a:pt x="336244" y="90463"/>
                  </a:lnTo>
                  <a:lnTo>
                    <a:pt x="290036" y="106362"/>
                  </a:lnTo>
                  <a:lnTo>
                    <a:pt x="246679" y="123306"/>
                  </a:lnTo>
                  <a:lnTo>
                    <a:pt x="206319" y="141241"/>
                  </a:lnTo>
                  <a:lnTo>
                    <a:pt x="169105" y="160114"/>
                  </a:lnTo>
                  <a:lnTo>
                    <a:pt x="135184" y="179869"/>
                  </a:lnTo>
                  <a:lnTo>
                    <a:pt x="77807" y="221813"/>
                  </a:lnTo>
                  <a:lnTo>
                    <a:pt x="35365" y="266641"/>
                  </a:lnTo>
                  <a:lnTo>
                    <a:pt x="9037" y="313920"/>
                  </a:lnTo>
                  <a:lnTo>
                    <a:pt x="0" y="363219"/>
                  </a:lnTo>
                  <a:lnTo>
                    <a:pt x="2283" y="388101"/>
                  </a:lnTo>
                  <a:lnTo>
                    <a:pt x="20114" y="436493"/>
                  </a:lnTo>
                  <a:lnTo>
                    <a:pt x="54646" y="482688"/>
                  </a:lnTo>
                  <a:lnTo>
                    <a:pt x="104702" y="526247"/>
                  </a:lnTo>
                  <a:lnTo>
                    <a:pt x="169105" y="566727"/>
                  </a:lnTo>
                  <a:lnTo>
                    <a:pt x="206319" y="585675"/>
                  </a:lnTo>
                  <a:lnTo>
                    <a:pt x="246679" y="603689"/>
                  </a:lnTo>
                  <a:lnTo>
                    <a:pt x="290036" y="620712"/>
                  </a:lnTo>
                  <a:lnTo>
                    <a:pt x="336244" y="636690"/>
                  </a:lnTo>
                  <a:lnTo>
                    <a:pt x="385156" y="651568"/>
                  </a:lnTo>
                  <a:lnTo>
                    <a:pt x="436624" y="665291"/>
                  </a:lnTo>
                  <a:lnTo>
                    <a:pt x="490502" y="677803"/>
                  </a:lnTo>
                  <a:lnTo>
                    <a:pt x="546642" y="689050"/>
                  </a:lnTo>
                  <a:lnTo>
                    <a:pt x="604897" y="698976"/>
                  </a:lnTo>
                  <a:lnTo>
                    <a:pt x="665119" y="707526"/>
                  </a:lnTo>
                  <a:lnTo>
                    <a:pt x="727163" y="714645"/>
                  </a:lnTo>
                  <a:lnTo>
                    <a:pt x="790880" y="720278"/>
                  </a:lnTo>
                  <a:lnTo>
                    <a:pt x="856123" y="724370"/>
                  </a:lnTo>
                  <a:lnTo>
                    <a:pt x="922745" y="726865"/>
                  </a:lnTo>
                  <a:lnTo>
                    <a:pt x="990600" y="727710"/>
                  </a:lnTo>
                  <a:lnTo>
                    <a:pt x="1058308" y="726865"/>
                  </a:lnTo>
                  <a:lnTo>
                    <a:pt x="1124809" y="724370"/>
                  </a:lnTo>
                  <a:lnTo>
                    <a:pt x="1189955" y="720278"/>
                  </a:lnTo>
                  <a:lnTo>
                    <a:pt x="1253595" y="714645"/>
                  </a:lnTo>
                  <a:lnTo>
                    <a:pt x="1315582" y="707526"/>
                  </a:lnTo>
                  <a:lnTo>
                    <a:pt x="1375767" y="698976"/>
                  </a:lnTo>
                  <a:lnTo>
                    <a:pt x="1434000" y="689050"/>
                  </a:lnTo>
                  <a:lnTo>
                    <a:pt x="1490133" y="677803"/>
                  </a:lnTo>
                  <a:lnTo>
                    <a:pt x="1544017" y="665291"/>
                  </a:lnTo>
                  <a:lnTo>
                    <a:pt x="1595503" y="651568"/>
                  </a:lnTo>
                  <a:lnTo>
                    <a:pt x="1644443" y="636690"/>
                  </a:lnTo>
                  <a:lnTo>
                    <a:pt x="1690687" y="620712"/>
                  </a:lnTo>
                  <a:lnTo>
                    <a:pt x="1734087" y="603689"/>
                  </a:lnTo>
                  <a:lnTo>
                    <a:pt x="1774494" y="585675"/>
                  </a:lnTo>
                  <a:lnTo>
                    <a:pt x="1811759" y="566727"/>
                  </a:lnTo>
                  <a:lnTo>
                    <a:pt x="1845733" y="546899"/>
                  </a:lnTo>
                  <a:lnTo>
                    <a:pt x="1903214" y="504824"/>
                  </a:lnTo>
                  <a:lnTo>
                    <a:pt x="1945745" y="459892"/>
                  </a:lnTo>
                  <a:lnTo>
                    <a:pt x="1972138" y="412544"/>
                  </a:lnTo>
                  <a:lnTo>
                    <a:pt x="1981200" y="363219"/>
                  </a:lnTo>
                  <a:lnTo>
                    <a:pt x="1978909" y="338344"/>
                  </a:lnTo>
                  <a:lnTo>
                    <a:pt x="1961033" y="290001"/>
                  </a:lnTo>
                  <a:lnTo>
                    <a:pt x="1926422" y="243893"/>
                  </a:lnTo>
                  <a:lnTo>
                    <a:pt x="1876267" y="200454"/>
                  </a:lnTo>
                  <a:lnTo>
                    <a:pt x="1811759" y="160114"/>
                  </a:lnTo>
                  <a:lnTo>
                    <a:pt x="1774494" y="141241"/>
                  </a:lnTo>
                  <a:lnTo>
                    <a:pt x="1734087" y="123306"/>
                  </a:lnTo>
                  <a:lnTo>
                    <a:pt x="1690687" y="106362"/>
                  </a:lnTo>
                  <a:lnTo>
                    <a:pt x="1644443" y="90463"/>
                  </a:lnTo>
                  <a:lnTo>
                    <a:pt x="1595503" y="75663"/>
                  </a:lnTo>
                  <a:lnTo>
                    <a:pt x="1544017" y="62016"/>
                  </a:lnTo>
                  <a:lnTo>
                    <a:pt x="1490133" y="49577"/>
                  </a:lnTo>
                  <a:lnTo>
                    <a:pt x="1434000" y="38398"/>
                  </a:lnTo>
                  <a:lnTo>
                    <a:pt x="1375767" y="28535"/>
                  </a:lnTo>
                  <a:lnTo>
                    <a:pt x="1315582" y="20041"/>
                  </a:lnTo>
                  <a:lnTo>
                    <a:pt x="1253595" y="12970"/>
                  </a:lnTo>
                  <a:lnTo>
                    <a:pt x="1189955" y="7376"/>
                  </a:lnTo>
                  <a:lnTo>
                    <a:pt x="1124809" y="3314"/>
                  </a:lnTo>
                  <a:lnTo>
                    <a:pt x="1058308" y="837"/>
                  </a:lnTo>
                  <a:lnTo>
                    <a:pt x="99060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x-none"/>
            </a:p>
          </p:txBody>
        </p:sp>
        <p:sp>
          <p:nvSpPr>
            <p:cNvPr id="57356" name="object 156">
              <a:extLst>
                <a:ext uri="{FF2B5EF4-FFF2-40B4-BE49-F238E27FC236}">
                  <a16:creationId xmlns:a16="http://schemas.microsoft.com/office/drawing/2014/main" xmlns="" id="{89310B92-2A1C-4CDB-BA54-0EB44F948A03}"/>
                </a:ext>
              </a:extLst>
            </p:cNvPr>
            <p:cNvSpPr>
              <a:spLocks/>
            </p:cNvSpPr>
            <p:nvPr/>
          </p:nvSpPr>
          <p:spPr bwMode="auto">
            <a:xfrm>
              <a:off x="3003550" y="2184400"/>
              <a:ext cx="4978400" cy="2429510"/>
            </a:xfrm>
            <a:custGeom>
              <a:avLst/>
              <a:gdLst>
                <a:gd name="T0" fmla="*/ 3919945 w 4978400"/>
                <a:gd name="T1" fmla="*/ 2428665 h 2429510"/>
                <a:gd name="T2" fmla="*/ 3788080 w 4978400"/>
                <a:gd name="T3" fmla="*/ 2422078 h 2429510"/>
                <a:gd name="T4" fmla="*/ 3662319 w 4978400"/>
                <a:gd name="T5" fmla="*/ 2409326 h 2429510"/>
                <a:gd name="T6" fmla="*/ 3543842 w 4978400"/>
                <a:gd name="T7" fmla="*/ 2390850 h 2429510"/>
                <a:gd name="T8" fmla="*/ 3433824 w 4978400"/>
                <a:gd name="T9" fmla="*/ 2367091 h 2429510"/>
                <a:gd name="T10" fmla="*/ 3333444 w 4978400"/>
                <a:gd name="T11" fmla="*/ 2338490 h 2429510"/>
                <a:gd name="T12" fmla="*/ 3243879 w 4978400"/>
                <a:gd name="T13" fmla="*/ 2305489 h 2429510"/>
                <a:gd name="T14" fmla="*/ 3166305 w 4978400"/>
                <a:gd name="T15" fmla="*/ 2268527 h 2429510"/>
                <a:gd name="T16" fmla="*/ 3075007 w 4978400"/>
                <a:gd name="T17" fmla="*/ 2206625 h 2429510"/>
                <a:gd name="T18" fmla="*/ 3006237 w 4978400"/>
                <a:gd name="T19" fmla="*/ 2114344 h 2429510"/>
                <a:gd name="T20" fmla="*/ 2999483 w 4978400"/>
                <a:gd name="T21" fmla="*/ 2040144 h 2429510"/>
                <a:gd name="T22" fmla="*/ 3051846 w 4978400"/>
                <a:gd name="T23" fmla="*/ 1945693 h 2429510"/>
                <a:gd name="T24" fmla="*/ 3166305 w 4978400"/>
                <a:gd name="T25" fmla="*/ 1861914 h 2429510"/>
                <a:gd name="T26" fmla="*/ 3243879 w 4978400"/>
                <a:gd name="T27" fmla="*/ 1825106 h 2429510"/>
                <a:gd name="T28" fmla="*/ 3333444 w 4978400"/>
                <a:gd name="T29" fmla="*/ 1792263 h 2429510"/>
                <a:gd name="T30" fmla="*/ 3433824 w 4978400"/>
                <a:gd name="T31" fmla="*/ 1763816 h 2429510"/>
                <a:gd name="T32" fmla="*/ 3543842 w 4978400"/>
                <a:gd name="T33" fmla="*/ 1740198 h 2429510"/>
                <a:gd name="T34" fmla="*/ 3662319 w 4978400"/>
                <a:gd name="T35" fmla="*/ 1721841 h 2429510"/>
                <a:gd name="T36" fmla="*/ 3788080 w 4978400"/>
                <a:gd name="T37" fmla="*/ 1709176 h 2429510"/>
                <a:gd name="T38" fmla="*/ 3919945 w 4978400"/>
                <a:gd name="T39" fmla="*/ 1702637 h 2429510"/>
                <a:gd name="T40" fmla="*/ 4055508 w 4978400"/>
                <a:gd name="T41" fmla="*/ 1702637 h 2429510"/>
                <a:gd name="T42" fmla="*/ 4187155 w 4978400"/>
                <a:gd name="T43" fmla="*/ 1709176 h 2429510"/>
                <a:gd name="T44" fmla="*/ 4312782 w 4978400"/>
                <a:gd name="T45" fmla="*/ 1721841 h 2429510"/>
                <a:gd name="T46" fmla="*/ 4431200 w 4978400"/>
                <a:gd name="T47" fmla="*/ 1740198 h 2429510"/>
                <a:gd name="T48" fmla="*/ 4541217 w 4978400"/>
                <a:gd name="T49" fmla="*/ 1763816 h 2429510"/>
                <a:gd name="T50" fmla="*/ 4641643 w 4978400"/>
                <a:gd name="T51" fmla="*/ 1792263 h 2429510"/>
                <a:gd name="T52" fmla="*/ 4731287 w 4978400"/>
                <a:gd name="T53" fmla="*/ 1825106 h 2429510"/>
                <a:gd name="T54" fmla="*/ 4808959 w 4978400"/>
                <a:gd name="T55" fmla="*/ 1861914 h 2429510"/>
                <a:gd name="T56" fmla="*/ 4900414 w 4978400"/>
                <a:gd name="T57" fmla="*/ 1923613 h 2429510"/>
                <a:gd name="T58" fmla="*/ 4969338 w 4978400"/>
                <a:gd name="T59" fmla="*/ 2015720 h 2429510"/>
                <a:gd name="T60" fmla="*/ 4976109 w 4978400"/>
                <a:gd name="T61" fmla="*/ 2089901 h 2429510"/>
                <a:gd name="T62" fmla="*/ 4923622 w 4978400"/>
                <a:gd name="T63" fmla="*/ 2184488 h 2429510"/>
                <a:gd name="T64" fmla="*/ 4808959 w 4978400"/>
                <a:gd name="T65" fmla="*/ 2268527 h 2429510"/>
                <a:gd name="T66" fmla="*/ 4731287 w 4978400"/>
                <a:gd name="T67" fmla="*/ 2305489 h 2429510"/>
                <a:gd name="T68" fmla="*/ 4641643 w 4978400"/>
                <a:gd name="T69" fmla="*/ 2338490 h 2429510"/>
                <a:gd name="T70" fmla="*/ 4541217 w 4978400"/>
                <a:gd name="T71" fmla="*/ 2367091 h 2429510"/>
                <a:gd name="T72" fmla="*/ 4431200 w 4978400"/>
                <a:gd name="T73" fmla="*/ 2390850 h 2429510"/>
                <a:gd name="T74" fmla="*/ 4312782 w 4978400"/>
                <a:gd name="T75" fmla="*/ 2409326 h 2429510"/>
                <a:gd name="T76" fmla="*/ 4187155 w 4978400"/>
                <a:gd name="T77" fmla="*/ 2422078 h 2429510"/>
                <a:gd name="T78" fmla="*/ 4055508 w 4978400"/>
                <a:gd name="T79" fmla="*/ 2428665 h 2429510"/>
                <a:gd name="T80" fmla="*/ 1797050 w 4978400"/>
                <a:gd name="T81" fmla="*/ 561339 h 2429510"/>
                <a:gd name="T82" fmla="*/ 248920 w 4978400"/>
                <a:gd name="T83" fmla="*/ 1229360 h 2429510"/>
                <a:gd name="T84" fmla="*/ 135572 w 4978400"/>
                <a:gd name="T85" fmla="*/ 1201896 h 2429510"/>
                <a:gd name="T86" fmla="*/ 88900 w 4978400"/>
                <a:gd name="T87" fmla="*/ 1135379 h 2429510"/>
                <a:gd name="T88" fmla="*/ 135572 w 4978400"/>
                <a:gd name="T89" fmla="*/ 1068863 h 2429510"/>
                <a:gd name="T90" fmla="*/ 248920 w 4978400"/>
                <a:gd name="T91" fmla="*/ 1041400 h 2429510"/>
                <a:gd name="T92" fmla="*/ 362267 w 4978400"/>
                <a:gd name="T93" fmla="*/ 1068863 h 2429510"/>
                <a:gd name="T94" fmla="*/ 408939 w 4978400"/>
                <a:gd name="T95" fmla="*/ 1135379 h 2429510"/>
                <a:gd name="T96" fmla="*/ 362267 w 4978400"/>
                <a:gd name="T97" fmla="*/ 1201896 h 2429510"/>
                <a:gd name="T98" fmla="*/ 248920 w 4978400"/>
                <a:gd name="T99" fmla="*/ 1229360 h 2429510"/>
                <a:gd name="T100" fmla="*/ 234950 w 4978400"/>
                <a:gd name="T101" fmla="*/ 1375410 h 2429510"/>
                <a:gd name="T102" fmla="*/ 481329 w 4978400"/>
                <a:gd name="T103" fmla="*/ 1262379 h 2429510"/>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4978400" h="2429510">
                  <a:moveTo>
                    <a:pt x="3987800" y="2429510"/>
                  </a:moveTo>
                  <a:lnTo>
                    <a:pt x="3919945" y="2428665"/>
                  </a:lnTo>
                  <a:lnTo>
                    <a:pt x="3853323" y="2426170"/>
                  </a:lnTo>
                  <a:lnTo>
                    <a:pt x="3788080" y="2422078"/>
                  </a:lnTo>
                  <a:lnTo>
                    <a:pt x="3724363" y="2416445"/>
                  </a:lnTo>
                  <a:lnTo>
                    <a:pt x="3662319" y="2409326"/>
                  </a:lnTo>
                  <a:lnTo>
                    <a:pt x="3602097" y="2400776"/>
                  </a:lnTo>
                  <a:lnTo>
                    <a:pt x="3543842" y="2390850"/>
                  </a:lnTo>
                  <a:lnTo>
                    <a:pt x="3487702" y="2379603"/>
                  </a:lnTo>
                  <a:lnTo>
                    <a:pt x="3433824" y="2367091"/>
                  </a:lnTo>
                  <a:lnTo>
                    <a:pt x="3382356" y="2353368"/>
                  </a:lnTo>
                  <a:lnTo>
                    <a:pt x="3333444" y="2338490"/>
                  </a:lnTo>
                  <a:lnTo>
                    <a:pt x="3287236" y="2322512"/>
                  </a:lnTo>
                  <a:lnTo>
                    <a:pt x="3243879" y="2305489"/>
                  </a:lnTo>
                  <a:lnTo>
                    <a:pt x="3203519" y="2287475"/>
                  </a:lnTo>
                  <a:lnTo>
                    <a:pt x="3166305" y="2268527"/>
                  </a:lnTo>
                  <a:lnTo>
                    <a:pt x="3132384" y="2248699"/>
                  </a:lnTo>
                  <a:lnTo>
                    <a:pt x="3075007" y="2206625"/>
                  </a:lnTo>
                  <a:lnTo>
                    <a:pt x="3032565" y="2161692"/>
                  </a:lnTo>
                  <a:lnTo>
                    <a:pt x="3006237" y="2114344"/>
                  </a:lnTo>
                  <a:lnTo>
                    <a:pt x="2997200" y="2065020"/>
                  </a:lnTo>
                  <a:lnTo>
                    <a:pt x="2999483" y="2040144"/>
                  </a:lnTo>
                  <a:lnTo>
                    <a:pt x="3017314" y="1991801"/>
                  </a:lnTo>
                  <a:lnTo>
                    <a:pt x="3051846" y="1945693"/>
                  </a:lnTo>
                  <a:lnTo>
                    <a:pt x="3101902" y="1902254"/>
                  </a:lnTo>
                  <a:lnTo>
                    <a:pt x="3166305" y="1861914"/>
                  </a:lnTo>
                  <a:lnTo>
                    <a:pt x="3203519" y="1843041"/>
                  </a:lnTo>
                  <a:lnTo>
                    <a:pt x="3243879" y="1825106"/>
                  </a:lnTo>
                  <a:lnTo>
                    <a:pt x="3287236" y="1808162"/>
                  </a:lnTo>
                  <a:lnTo>
                    <a:pt x="3333444" y="1792263"/>
                  </a:lnTo>
                  <a:lnTo>
                    <a:pt x="3382356" y="1777463"/>
                  </a:lnTo>
                  <a:lnTo>
                    <a:pt x="3433824" y="1763816"/>
                  </a:lnTo>
                  <a:lnTo>
                    <a:pt x="3487702" y="1751377"/>
                  </a:lnTo>
                  <a:lnTo>
                    <a:pt x="3543842" y="1740198"/>
                  </a:lnTo>
                  <a:lnTo>
                    <a:pt x="3602097" y="1730335"/>
                  </a:lnTo>
                  <a:lnTo>
                    <a:pt x="3662319" y="1721841"/>
                  </a:lnTo>
                  <a:lnTo>
                    <a:pt x="3724363" y="1714770"/>
                  </a:lnTo>
                  <a:lnTo>
                    <a:pt x="3788080" y="1709176"/>
                  </a:lnTo>
                  <a:lnTo>
                    <a:pt x="3853323" y="1705114"/>
                  </a:lnTo>
                  <a:lnTo>
                    <a:pt x="3919945" y="1702637"/>
                  </a:lnTo>
                  <a:lnTo>
                    <a:pt x="3987800" y="1701800"/>
                  </a:lnTo>
                  <a:lnTo>
                    <a:pt x="4055508" y="1702637"/>
                  </a:lnTo>
                  <a:lnTo>
                    <a:pt x="4122009" y="1705114"/>
                  </a:lnTo>
                  <a:lnTo>
                    <a:pt x="4187155" y="1709176"/>
                  </a:lnTo>
                  <a:lnTo>
                    <a:pt x="4250795" y="1714770"/>
                  </a:lnTo>
                  <a:lnTo>
                    <a:pt x="4312782" y="1721841"/>
                  </a:lnTo>
                  <a:lnTo>
                    <a:pt x="4372967" y="1730335"/>
                  </a:lnTo>
                  <a:lnTo>
                    <a:pt x="4431200" y="1740198"/>
                  </a:lnTo>
                  <a:lnTo>
                    <a:pt x="4487333" y="1751377"/>
                  </a:lnTo>
                  <a:lnTo>
                    <a:pt x="4541217" y="1763816"/>
                  </a:lnTo>
                  <a:lnTo>
                    <a:pt x="4592703" y="1777463"/>
                  </a:lnTo>
                  <a:lnTo>
                    <a:pt x="4641643" y="1792263"/>
                  </a:lnTo>
                  <a:lnTo>
                    <a:pt x="4687887" y="1808162"/>
                  </a:lnTo>
                  <a:lnTo>
                    <a:pt x="4731287" y="1825106"/>
                  </a:lnTo>
                  <a:lnTo>
                    <a:pt x="4771694" y="1843041"/>
                  </a:lnTo>
                  <a:lnTo>
                    <a:pt x="4808959" y="1861914"/>
                  </a:lnTo>
                  <a:lnTo>
                    <a:pt x="4842933" y="1881669"/>
                  </a:lnTo>
                  <a:lnTo>
                    <a:pt x="4900414" y="1923613"/>
                  </a:lnTo>
                  <a:lnTo>
                    <a:pt x="4942945" y="1968441"/>
                  </a:lnTo>
                  <a:lnTo>
                    <a:pt x="4969338" y="2015720"/>
                  </a:lnTo>
                  <a:lnTo>
                    <a:pt x="4978400" y="2065020"/>
                  </a:lnTo>
                  <a:lnTo>
                    <a:pt x="4976109" y="2089901"/>
                  </a:lnTo>
                  <a:lnTo>
                    <a:pt x="4958233" y="2138293"/>
                  </a:lnTo>
                  <a:lnTo>
                    <a:pt x="4923622" y="2184488"/>
                  </a:lnTo>
                  <a:lnTo>
                    <a:pt x="4873467" y="2228047"/>
                  </a:lnTo>
                  <a:lnTo>
                    <a:pt x="4808959" y="2268527"/>
                  </a:lnTo>
                  <a:lnTo>
                    <a:pt x="4771694" y="2287475"/>
                  </a:lnTo>
                  <a:lnTo>
                    <a:pt x="4731287" y="2305489"/>
                  </a:lnTo>
                  <a:lnTo>
                    <a:pt x="4687887" y="2322512"/>
                  </a:lnTo>
                  <a:lnTo>
                    <a:pt x="4641643" y="2338490"/>
                  </a:lnTo>
                  <a:lnTo>
                    <a:pt x="4592703" y="2353368"/>
                  </a:lnTo>
                  <a:lnTo>
                    <a:pt x="4541217" y="2367091"/>
                  </a:lnTo>
                  <a:lnTo>
                    <a:pt x="4487333" y="2379603"/>
                  </a:lnTo>
                  <a:lnTo>
                    <a:pt x="4431200" y="2390850"/>
                  </a:lnTo>
                  <a:lnTo>
                    <a:pt x="4372967" y="2400776"/>
                  </a:lnTo>
                  <a:lnTo>
                    <a:pt x="4312782" y="2409326"/>
                  </a:lnTo>
                  <a:lnTo>
                    <a:pt x="4250795" y="2416445"/>
                  </a:lnTo>
                  <a:lnTo>
                    <a:pt x="4187155" y="2422078"/>
                  </a:lnTo>
                  <a:lnTo>
                    <a:pt x="4122009" y="2426170"/>
                  </a:lnTo>
                  <a:lnTo>
                    <a:pt x="4055508" y="2428665"/>
                  </a:lnTo>
                  <a:lnTo>
                    <a:pt x="3987800" y="2429510"/>
                  </a:lnTo>
                  <a:close/>
                </a:path>
                <a:path w="4978400" h="2429510">
                  <a:moveTo>
                    <a:pt x="1797050" y="561339"/>
                  </a:moveTo>
                  <a:lnTo>
                    <a:pt x="3037840" y="0"/>
                  </a:lnTo>
                </a:path>
                <a:path w="4978400" h="2429510">
                  <a:moveTo>
                    <a:pt x="248920" y="1229360"/>
                  </a:moveTo>
                  <a:lnTo>
                    <a:pt x="186412" y="1221997"/>
                  </a:lnTo>
                  <a:lnTo>
                    <a:pt x="135572" y="1201896"/>
                  </a:lnTo>
                  <a:lnTo>
                    <a:pt x="101401" y="1172031"/>
                  </a:lnTo>
                  <a:lnTo>
                    <a:pt x="88900" y="1135379"/>
                  </a:lnTo>
                  <a:lnTo>
                    <a:pt x="101401" y="1098728"/>
                  </a:lnTo>
                  <a:lnTo>
                    <a:pt x="135572" y="1068863"/>
                  </a:lnTo>
                  <a:lnTo>
                    <a:pt x="186412" y="1048762"/>
                  </a:lnTo>
                  <a:lnTo>
                    <a:pt x="248920" y="1041400"/>
                  </a:lnTo>
                  <a:lnTo>
                    <a:pt x="311427" y="1048762"/>
                  </a:lnTo>
                  <a:lnTo>
                    <a:pt x="362267" y="1068863"/>
                  </a:lnTo>
                  <a:lnTo>
                    <a:pt x="396438" y="1098728"/>
                  </a:lnTo>
                  <a:lnTo>
                    <a:pt x="408939" y="1135379"/>
                  </a:lnTo>
                  <a:lnTo>
                    <a:pt x="396438" y="1172031"/>
                  </a:lnTo>
                  <a:lnTo>
                    <a:pt x="362267" y="1201896"/>
                  </a:lnTo>
                  <a:lnTo>
                    <a:pt x="311427" y="1221997"/>
                  </a:lnTo>
                  <a:lnTo>
                    <a:pt x="248920" y="1229360"/>
                  </a:lnTo>
                  <a:close/>
                </a:path>
                <a:path w="4978400" h="2429510">
                  <a:moveTo>
                    <a:pt x="231139" y="1217929"/>
                  </a:moveTo>
                  <a:lnTo>
                    <a:pt x="234950" y="1375410"/>
                  </a:lnTo>
                </a:path>
                <a:path w="4978400" h="2429510">
                  <a:moveTo>
                    <a:pt x="0" y="1259839"/>
                  </a:moveTo>
                  <a:lnTo>
                    <a:pt x="481329" y="1262379"/>
                  </a:lnTo>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x-none"/>
            </a:p>
          </p:txBody>
        </p:sp>
        <p:sp>
          <p:nvSpPr>
            <p:cNvPr id="57357" name="object 157">
              <a:extLst>
                <a:ext uri="{FF2B5EF4-FFF2-40B4-BE49-F238E27FC236}">
                  <a16:creationId xmlns:a16="http://schemas.microsoft.com/office/drawing/2014/main" xmlns="" id="{AF77AA8F-C0FE-468A-ACD8-2A5ACB41685A}"/>
                </a:ext>
              </a:extLst>
            </p:cNvPr>
            <p:cNvSpPr>
              <a:spLocks/>
            </p:cNvSpPr>
            <p:nvPr/>
          </p:nvSpPr>
          <p:spPr bwMode="auto">
            <a:xfrm>
              <a:off x="2914650" y="3558539"/>
              <a:ext cx="659130" cy="199390"/>
            </a:xfrm>
            <a:custGeom>
              <a:avLst/>
              <a:gdLst>
                <a:gd name="T0" fmla="*/ 0 w 659129"/>
                <a:gd name="T1" fmla="*/ 199395 h 199389"/>
                <a:gd name="T2" fmla="*/ 320039 w 659129"/>
                <a:gd name="T3" fmla="*/ 0 h 199389"/>
                <a:gd name="T4" fmla="*/ 659134 w 659129"/>
                <a:gd name="T5" fmla="*/ 199395 h 199389"/>
                <a:gd name="T6" fmla="*/ 0 60000 65536"/>
                <a:gd name="T7" fmla="*/ 0 60000 65536"/>
                <a:gd name="T8" fmla="*/ 0 60000 65536"/>
              </a:gdLst>
              <a:ahLst/>
              <a:cxnLst>
                <a:cxn ang="T6">
                  <a:pos x="T0" y="T1"/>
                </a:cxn>
                <a:cxn ang="T7">
                  <a:pos x="T2" y="T3"/>
                </a:cxn>
                <a:cxn ang="T8">
                  <a:pos x="T4" y="T5"/>
                </a:cxn>
              </a:cxnLst>
              <a:rect l="0" t="0" r="r" b="b"/>
              <a:pathLst>
                <a:path w="659129" h="199389">
                  <a:moveTo>
                    <a:pt x="0" y="199390"/>
                  </a:moveTo>
                  <a:lnTo>
                    <a:pt x="320039" y="0"/>
                  </a:lnTo>
                  <a:lnTo>
                    <a:pt x="659129" y="199390"/>
                  </a:lnTo>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x-none"/>
            </a:p>
          </p:txBody>
        </p:sp>
        <p:sp>
          <p:nvSpPr>
            <p:cNvPr id="57358" name="object 158">
              <a:extLst>
                <a:ext uri="{FF2B5EF4-FFF2-40B4-BE49-F238E27FC236}">
                  <a16:creationId xmlns:a16="http://schemas.microsoft.com/office/drawing/2014/main" xmlns="" id="{03B70601-FCC0-436A-8458-EEA94D9FCFBD}"/>
                </a:ext>
              </a:extLst>
            </p:cNvPr>
            <p:cNvSpPr>
              <a:spLocks/>
            </p:cNvSpPr>
            <p:nvPr/>
          </p:nvSpPr>
          <p:spPr bwMode="auto">
            <a:xfrm>
              <a:off x="3572509" y="2747009"/>
              <a:ext cx="2593340" cy="1301750"/>
            </a:xfrm>
            <a:custGeom>
              <a:avLst/>
              <a:gdLst>
                <a:gd name="T0" fmla="*/ 1228089 w 2593340"/>
                <a:gd name="T1" fmla="*/ 0 h 1301750"/>
                <a:gd name="T2" fmla="*/ 0 w 2593340"/>
                <a:gd name="T3" fmla="*/ 572769 h 1301750"/>
                <a:gd name="T4" fmla="*/ 1280160 w 2593340"/>
                <a:gd name="T5" fmla="*/ 519429 h 1301750"/>
                <a:gd name="T6" fmla="*/ 2593340 w 2593340"/>
                <a:gd name="T7" fmla="*/ 341629 h 1301750"/>
                <a:gd name="T8" fmla="*/ 1280160 w 2593340"/>
                <a:gd name="T9" fmla="*/ 519429 h 1301750"/>
                <a:gd name="T10" fmla="*/ 0 w 2593340"/>
                <a:gd name="T11" fmla="*/ 687069 h 1301750"/>
                <a:gd name="T12" fmla="*/ 1245869 w 2593340"/>
                <a:gd name="T13" fmla="*/ 1041400 h 1301750"/>
                <a:gd name="T14" fmla="*/ 2486660 w 2593340"/>
                <a:gd name="T15" fmla="*/ 1301750 h 1301750"/>
                <a:gd name="T16" fmla="*/ 1245869 w 2593340"/>
                <a:gd name="T17" fmla="*/ 1041400 h 1301750"/>
                <a:gd name="T18" fmla="*/ 1269 w 2593340"/>
                <a:gd name="T19" fmla="*/ 801369 h 130175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593340" h="1301750">
                  <a:moveTo>
                    <a:pt x="1228089" y="0"/>
                  </a:moveTo>
                  <a:lnTo>
                    <a:pt x="0" y="572769"/>
                  </a:lnTo>
                </a:path>
                <a:path w="2593340" h="1301750">
                  <a:moveTo>
                    <a:pt x="1280160" y="519429"/>
                  </a:moveTo>
                  <a:lnTo>
                    <a:pt x="2593340" y="341629"/>
                  </a:lnTo>
                </a:path>
                <a:path w="2593340" h="1301750">
                  <a:moveTo>
                    <a:pt x="1280160" y="519429"/>
                  </a:moveTo>
                  <a:lnTo>
                    <a:pt x="0" y="687069"/>
                  </a:lnTo>
                </a:path>
                <a:path w="2593340" h="1301750">
                  <a:moveTo>
                    <a:pt x="1245869" y="1041400"/>
                  </a:moveTo>
                  <a:lnTo>
                    <a:pt x="2486660" y="1301750"/>
                  </a:lnTo>
                </a:path>
                <a:path w="2593340" h="1301750">
                  <a:moveTo>
                    <a:pt x="1245869" y="1041400"/>
                  </a:moveTo>
                  <a:lnTo>
                    <a:pt x="1269" y="801369"/>
                  </a:lnTo>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x-none"/>
            </a:p>
          </p:txBody>
        </p:sp>
        <p:sp>
          <p:nvSpPr>
            <p:cNvPr id="57359" name="object 159">
              <a:extLst>
                <a:ext uri="{FF2B5EF4-FFF2-40B4-BE49-F238E27FC236}">
                  <a16:creationId xmlns:a16="http://schemas.microsoft.com/office/drawing/2014/main" xmlns="" id="{D642B11C-6DBE-48E6-B8D2-730BC67153A1}"/>
                </a:ext>
              </a:extLst>
            </p:cNvPr>
            <p:cNvSpPr>
              <a:spLocks/>
            </p:cNvSpPr>
            <p:nvPr/>
          </p:nvSpPr>
          <p:spPr bwMode="auto">
            <a:xfrm>
              <a:off x="6000750" y="4953000"/>
              <a:ext cx="1837689" cy="914400"/>
            </a:xfrm>
            <a:custGeom>
              <a:avLst/>
              <a:gdLst>
                <a:gd name="T0" fmla="*/ 856505 w 1837690"/>
                <a:gd name="T1" fmla="*/ 1053 h 914400"/>
                <a:gd name="T2" fmla="*/ 734119 w 1837690"/>
                <a:gd name="T3" fmla="*/ 9279 h 914400"/>
                <a:gd name="T4" fmla="*/ 617395 w 1837690"/>
                <a:gd name="T5" fmla="*/ 25211 h 914400"/>
                <a:gd name="T6" fmla="*/ 507427 w 1837690"/>
                <a:gd name="T7" fmla="*/ 48306 h 914400"/>
                <a:gd name="T8" fmla="*/ 405308 w 1837690"/>
                <a:gd name="T9" fmla="*/ 78023 h 914400"/>
                <a:gd name="T10" fmla="*/ 312132 w 1837690"/>
                <a:gd name="T11" fmla="*/ 113818 h 914400"/>
                <a:gd name="T12" fmla="*/ 228993 w 1837690"/>
                <a:gd name="T13" fmla="*/ 155150 h 914400"/>
                <a:gd name="T14" fmla="*/ 156983 w 1837690"/>
                <a:gd name="T15" fmla="*/ 201476 h 914400"/>
                <a:gd name="T16" fmla="*/ 97198 w 1837690"/>
                <a:gd name="T17" fmla="*/ 252253 h 914400"/>
                <a:gd name="T18" fmla="*/ 18672 w 1837690"/>
                <a:gd name="T19" fmla="*/ 364993 h 914400"/>
                <a:gd name="T20" fmla="*/ 0 w 1837690"/>
                <a:gd name="T21" fmla="*/ 457200 h 914400"/>
                <a:gd name="T22" fmla="*/ 18672 w 1837690"/>
                <a:gd name="T23" fmla="*/ 549406 h 914400"/>
                <a:gd name="T24" fmla="*/ 97198 w 1837690"/>
                <a:gd name="T25" fmla="*/ 662146 h 914400"/>
                <a:gd name="T26" fmla="*/ 156983 w 1837690"/>
                <a:gd name="T27" fmla="*/ 712923 h 914400"/>
                <a:gd name="T28" fmla="*/ 228993 w 1837690"/>
                <a:gd name="T29" fmla="*/ 759249 h 914400"/>
                <a:gd name="T30" fmla="*/ 312132 w 1837690"/>
                <a:gd name="T31" fmla="*/ 800581 h 914400"/>
                <a:gd name="T32" fmla="*/ 405308 w 1837690"/>
                <a:gd name="T33" fmla="*/ 836376 h 914400"/>
                <a:gd name="T34" fmla="*/ 507427 w 1837690"/>
                <a:gd name="T35" fmla="*/ 866093 h 914400"/>
                <a:gd name="T36" fmla="*/ 617395 w 1837690"/>
                <a:gd name="T37" fmla="*/ 889188 h 914400"/>
                <a:gd name="T38" fmla="*/ 734119 w 1837690"/>
                <a:gd name="T39" fmla="*/ 905120 h 914400"/>
                <a:gd name="T40" fmla="*/ 856505 w 1837690"/>
                <a:gd name="T41" fmla="*/ 913346 h 914400"/>
                <a:gd name="T42" fmla="*/ 982297 w 1837690"/>
                <a:gd name="T43" fmla="*/ 913346 h 914400"/>
                <a:gd name="T44" fmla="*/ 1104416 w 1837690"/>
                <a:gd name="T45" fmla="*/ 905120 h 914400"/>
                <a:gd name="T46" fmla="*/ 1220919 w 1837690"/>
                <a:gd name="T47" fmla="*/ 889188 h 914400"/>
                <a:gd name="T48" fmla="*/ 1330708 w 1837690"/>
                <a:gd name="T49" fmla="*/ 866093 h 914400"/>
                <a:gd name="T50" fmla="*/ 1432686 w 1837690"/>
                <a:gd name="T51" fmla="*/ 836376 h 914400"/>
                <a:gd name="T52" fmla="*/ 1525754 w 1837690"/>
                <a:gd name="T53" fmla="*/ 800581 h 914400"/>
                <a:gd name="T54" fmla="*/ 1608814 w 1837690"/>
                <a:gd name="T55" fmla="*/ 759249 h 914400"/>
                <a:gd name="T56" fmla="*/ 1680768 w 1837690"/>
                <a:gd name="T57" fmla="*/ 712923 h 914400"/>
                <a:gd name="T58" fmla="*/ 1740518 w 1837690"/>
                <a:gd name="T59" fmla="*/ 662146 h 914400"/>
                <a:gd name="T60" fmla="*/ 1819014 w 1837690"/>
                <a:gd name="T61" fmla="*/ 549406 h 914400"/>
                <a:gd name="T62" fmla="*/ 1837685 w 1837690"/>
                <a:gd name="T63" fmla="*/ 457200 h 914400"/>
                <a:gd name="T64" fmla="*/ 1819014 w 1837690"/>
                <a:gd name="T65" fmla="*/ 364993 h 914400"/>
                <a:gd name="T66" fmla="*/ 1740518 w 1837690"/>
                <a:gd name="T67" fmla="*/ 252253 h 914400"/>
                <a:gd name="T68" fmla="*/ 1680768 w 1837690"/>
                <a:gd name="T69" fmla="*/ 201476 h 914400"/>
                <a:gd name="T70" fmla="*/ 1608814 w 1837690"/>
                <a:gd name="T71" fmla="*/ 155150 h 914400"/>
                <a:gd name="T72" fmla="*/ 1525754 w 1837690"/>
                <a:gd name="T73" fmla="*/ 113818 h 914400"/>
                <a:gd name="T74" fmla="*/ 1432686 w 1837690"/>
                <a:gd name="T75" fmla="*/ 78023 h 914400"/>
                <a:gd name="T76" fmla="*/ 1330708 w 1837690"/>
                <a:gd name="T77" fmla="*/ 48306 h 914400"/>
                <a:gd name="T78" fmla="*/ 1220919 w 1837690"/>
                <a:gd name="T79" fmla="*/ 25211 h 914400"/>
                <a:gd name="T80" fmla="*/ 1104416 w 1837690"/>
                <a:gd name="T81" fmla="*/ 9279 h 914400"/>
                <a:gd name="T82" fmla="*/ 982297 w 1837690"/>
                <a:gd name="T83" fmla="*/ 1053 h 914400"/>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1837690" h="914400">
                  <a:moveTo>
                    <a:pt x="919479" y="0"/>
                  </a:moveTo>
                  <a:lnTo>
                    <a:pt x="856505" y="1053"/>
                  </a:lnTo>
                  <a:lnTo>
                    <a:pt x="794673" y="4169"/>
                  </a:lnTo>
                  <a:lnTo>
                    <a:pt x="734119" y="9279"/>
                  </a:lnTo>
                  <a:lnTo>
                    <a:pt x="674981" y="16315"/>
                  </a:lnTo>
                  <a:lnTo>
                    <a:pt x="617395" y="25211"/>
                  </a:lnTo>
                  <a:lnTo>
                    <a:pt x="561498" y="35897"/>
                  </a:lnTo>
                  <a:lnTo>
                    <a:pt x="507427" y="48306"/>
                  </a:lnTo>
                  <a:lnTo>
                    <a:pt x="455318" y="62371"/>
                  </a:lnTo>
                  <a:lnTo>
                    <a:pt x="405308" y="78023"/>
                  </a:lnTo>
                  <a:lnTo>
                    <a:pt x="357534" y="95194"/>
                  </a:lnTo>
                  <a:lnTo>
                    <a:pt x="312132" y="113818"/>
                  </a:lnTo>
                  <a:lnTo>
                    <a:pt x="269239" y="133826"/>
                  </a:lnTo>
                  <a:lnTo>
                    <a:pt x="228993" y="155150"/>
                  </a:lnTo>
                  <a:lnTo>
                    <a:pt x="191528" y="177722"/>
                  </a:lnTo>
                  <a:lnTo>
                    <a:pt x="156983" y="201476"/>
                  </a:lnTo>
                  <a:lnTo>
                    <a:pt x="125494" y="226342"/>
                  </a:lnTo>
                  <a:lnTo>
                    <a:pt x="97198" y="252253"/>
                  </a:lnTo>
                  <a:lnTo>
                    <a:pt x="50730" y="306940"/>
                  </a:lnTo>
                  <a:lnTo>
                    <a:pt x="18672" y="364993"/>
                  </a:lnTo>
                  <a:lnTo>
                    <a:pt x="2120" y="425871"/>
                  </a:lnTo>
                  <a:lnTo>
                    <a:pt x="0" y="457200"/>
                  </a:lnTo>
                  <a:lnTo>
                    <a:pt x="2120" y="488528"/>
                  </a:lnTo>
                  <a:lnTo>
                    <a:pt x="18672" y="549406"/>
                  </a:lnTo>
                  <a:lnTo>
                    <a:pt x="50730" y="607459"/>
                  </a:lnTo>
                  <a:lnTo>
                    <a:pt x="97198" y="662146"/>
                  </a:lnTo>
                  <a:lnTo>
                    <a:pt x="125494" y="688057"/>
                  </a:lnTo>
                  <a:lnTo>
                    <a:pt x="156983" y="712923"/>
                  </a:lnTo>
                  <a:lnTo>
                    <a:pt x="191528" y="736677"/>
                  </a:lnTo>
                  <a:lnTo>
                    <a:pt x="228993" y="759249"/>
                  </a:lnTo>
                  <a:lnTo>
                    <a:pt x="269240" y="780573"/>
                  </a:lnTo>
                  <a:lnTo>
                    <a:pt x="312132" y="800581"/>
                  </a:lnTo>
                  <a:lnTo>
                    <a:pt x="357534" y="819205"/>
                  </a:lnTo>
                  <a:lnTo>
                    <a:pt x="405308" y="836376"/>
                  </a:lnTo>
                  <a:lnTo>
                    <a:pt x="455318" y="852028"/>
                  </a:lnTo>
                  <a:lnTo>
                    <a:pt x="507427" y="866093"/>
                  </a:lnTo>
                  <a:lnTo>
                    <a:pt x="561498" y="878502"/>
                  </a:lnTo>
                  <a:lnTo>
                    <a:pt x="617395" y="889188"/>
                  </a:lnTo>
                  <a:lnTo>
                    <a:pt x="674981" y="898084"/>
                  </a:lnTo>
                  <a:lnTo>
                    <a:pt x="734119" y="905120"/>
                  </a:lnTo>
                  <a:lnTo>
                    <a:pt x="794673" y="910230"/>
                  </a:lnTo>
                  <a:lnTo>
                    <a:pt x="856505" y="913346"/>
                  </a:lnTo>
                  <a:lnTo>
                    <a:pt x="919479" y="914400"/>
                  </a:lnTo>
                  <a:lnTo>
                    <a:pt x="982302" y="913346"/>
                  </a:lnTo>
                  <a:lnTo>
                    <a:pt x="1043995" y="910230"/>
                  </a:lnTo>
                  <a:lnTo>
                    <a:pt x="1104421" y="905120"/>
                  </a:lnTo>
                  <a:lnTo>
                    <a:pt x="1163443" y="898084"/>
                  </a:lnTo>
                  <a:lnTo>
                    <a:pt x="1220924" y="889188"/>
                  </a:lnTo>
                  <a:lnTo>
                    <a:pt x="1276727" y="878502"/>
                  </a:lnTo>
                  <a:lnTo>
                    <a:pt x="1330713" y="866093"/>
                  </a:lnTo>
                  <a:lnTo>
                    <a:pt x="1382747" y="852028"/>
                  </a:lnTo>
                  <a:lnTo>
                    <a:pt x="1432691" y="836376"/>
                  </a:lnTo>
                  <a:lnTo>
                    <a:pt x="1480407" y="819205"/>
                  </a:lnTo>
                  <a:lnTo>
                    <a:pt x="1525759" y="800581"/>
                  </a:lnTo>
                  <a:lnTo>
                    <a:pt x="1568608" y="780573"/>
                  </a:lnTo>
                  <a:lnTo>
                    <a:pt x="1608819" y="759249"/>
                  </a:lnTo>
                  <a:lnTo>
                    <a:pt x="1646252" y="736677"/>
                  </a:lnTo>
                  <a:lnTo>
                    <a:pt x="1680773" y="712923"/>
                  </a:lnTo>
                  <a:lnTo>
                    <a:pt x="1712242" y="688057"/>
                  </a:lnTo>
                  <a:lnTo>
                    <a:pt x="1740523" y="662146"/>
                  </a:lnTo>
                  <a:lnTo>
                    <a:pt x="1786971" y="607459"/>
                  </a:lnTo>
                  <a:lnTo>
                    <a:pt x="1819019" y="549406"/>
                  </a:lnTo>
                  <a:lnTo>
                    <a:pt x="1835569" y="488528"/>
                  </a:lnTo>
                  <a:lnTo>
                    <a:pt x="1837690" y="457200"/>
                  </a:lnTo>
                  <a:lnTo>
                    <a:pt x="1835569" y="425871"/>
                  </a:lnTo>
                  <a:lnTo>
                    <a:pt x="1819019" y="364993"/>
                  </a:lnTo>
                  <a:lnTo>
                    <a:pt x="1786971" y="306940"/>
                  </a:lnTo>
                  <a:lnTo>
                    <a:pt x="1740523" y="252253"/>
                  </a:lnTo>
                  <a:lnTo>
                    <a:pt x="1712242" y="226342"/>
                  </a:lnTo>
                  <a:lnTo>
                    <a:pt x="1680773" y="201476"/>
                  </a:lnTo>
                  <a:lnTo>
                    <a:pt x="1646252" y="177722"/>
                  </a:lnTo>
                  <a:lnTo>
                    <a:pt x="1608819" y="155150"/>
                  </a:lnTo>
                  <a:lnTo>
                    <a:pt x="1568608" y="133826"/>
                  </a:lnTo>
                  <a:lnTo>
                    <a:pt x="1525759" y="113818"/>
                  </a:lnTo>
                  <a:lnTo>
                    <a:pt x="1480407" y="95194"/>
                  </a:lnTo>
                  <a:lnTo>
                    <a:pt x="1432691" y="78023"/>
                  </a:lnTo>
                  <a:lnTo>
                    <a:pt x="1382747" y="62371"/>
                  </a:lnTo>
                  <a:lnTo>
                    <a:pt x="1330713" y="48306"/>
                  </a:lnTo>
                  <a:lnTo>
                    <a:pt x="1276727" y="35897"/>
                  </a:lnTo>
                  <a:lnTo>
                    <a:pt x="1220924" y="25211"/>
                  </a:lnTo>
                  <a:lnTo>
                    <a:pt x="1163443" y="16315"/>
                  </a:lnTo>
                  <a:lnTo>
                    <a:pt x="1104421" y="9279"/>
                  </a:lnTo>
                  <a:lnTo>
                    <a:pt x="1043995" y="4169"/>
                  </a:lnTo>
                  <a:lnTo>
                    <a:pt x="982302" y="1053"/>
                  </a:lnTo>
                  <a:lnTo>
                    <a:pt x="919479"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x-none"/>
            </a:p>
          </p:txBody>
        </p:sp>
        <p:sp>
          <p:nvSpPr>
            <p:cNvPr id="57360" name="object 160">
              <a:extLst>
                <a:ext uri="{FF2B5EF4-FFF2-40B4-BE49-F238E27FC236}">
                  <a16:creationId xmlns:a16="http://schemas.microsoft.com/office/drawing/2014/main" xmlns="" id="{06C0263C-A0A7-419E-A95A-819B13742F00}"/>
                </a:ext>
              </a:extLst>
            </p:cNvPr>
            <p:cNvSpPr>
              <a:spLocks/>
            </p:cNvSpPr>
            <p:nvPr/>
          </p:nvSpPr>
          <p:spPr bwMode="auto">
            <a:xfrm>
              <a:off x="6000750" y="4953000"/>
              <a:ext cx="1837689" cy="914400"/>
            </a:xfrm>
            <a:custGeom>
              <a:avLst/>
              <a:gdLst>
                <a:gd name="T0" fmla="*/ 856505 w 1837690"/>
                <a:gd name="T1" fmla="*/ 913346 h 914400"/>
                <a:gd name="T2" fmla="*/ 734119 w 1837690"/>
                <a:gd name="T3" fmla="*/ 905120 h 914400"/>
                <a:gd name="T4" fmla="*/ 617395 w 1837690"/>
                <a:gd name="T5" fmla="*/ 889188 h 914400"/>
                <a:gd name="T6" fmla="*/ 507427 w 1837690"/>
                <a:gd name="T7" fmla="*/ 866093 h 914400"/>
                <a:gd name="T8" fmla="*/ 405308 w 1837690"/>
                <a:gd name="T9" fmla="*/ 836376 h 914400"/>
                <a:gd name="T10" fmla="*/ 312132 w 1837690"/>
                <a:gd name="T11" fmla="*/ 800581 h 914400"/>
                <a:gd name="T12" fmla="*/ 228993 w 1837690"/>
                <a:gd name="T13" fmla="*/ 759249 h 914400"/>
                <a:gd name="T14" fmla="*/ 156983 w 1837690"/>
                <a:gd name="T15" fmla="*/ 712923 h 914400"/>
                <a:gd name="T16" fmla="*/ 97198 w 1837690"/>
                <a:gd name="T17" fmla="*/ 662146 h 914400"/>
                <a:gd name="T18" fmla="*/ 18672 w 1837690"/>
                <a:gd name="T19" fmla="*/ 549406 h 914400"/>
                <a:gd name="T20" fmla="*/ 0 w 1837690"/>
                <a:gd name="T21" fmla="*/ 457200 h 914400"/>
                <a:gd name="T22" fmla="*/ 18672 w 1837690"/>
                <a:gd name="T23" fmla="*/ 364993 h 914400"/>
                <a:gd name="T24" fmla="*/ 97198 w 1837690"/>
                <a:gd name="T25" fmla="*/ 252253 h 914400"/>
                <a:gd name="T26" fmla="*/ 156983 w 1837690"/>
                <a:gd name="T27" fmla="*/ 201476 h 914400"/>
                <a:gd name="T28" fmla="*/ 228993 w 1837690"/>
                <a:gd name="T29" fmla="*/ 155150 h 914400"/>
                <a:gd name="T30" fmla="*/ 312132 w 1837690"/>
                <a:gd name="T31" fmla="*/ 113818 h 914400"/>
                <a:gd name="T32" fmla="*/ 405308 w 1837690"/>
                <a:gd name="T33" fmla="*/ 78023 h 914400"/>
                <a:gd name="T34" fmla="*/ 507427 w 1837690"/>
                <a:gd name="T35" fmla="*/ 48306 h 914400"/>
                <a:gd name="T36" fmla="*/ 617395 w 1837690"/>
                <a:gd name="T37" fmla="*/ 25211 h 914400"/>
                <a:gd name="T38" fmla="*/ 734119 w 1837690"/>
                <a:gd name="T39" fmla="*/ 9279 h 914400"/>
                <a:gd name="T40" fmla="*/ 856505 w 1837690"/>
                <a:gd name="T41" fmla="*/ 1053 h 914400"/>
                <a:gd name="T42" fmla="*/ 982297 w 1837690"/>
                <a:gd name="T43" fmla="*/ 1053 h 914400"/>
                <a:gd name="T44" fmla="*/ 1104416 w 1837690"/>
                <a:gd name="T45" fmla="*/ 9279 h 914400"/>
                <a:gd name="T46" fmla="*/ 1220919 w 1837690"/>
                <a:gd name="T47" fmla="*/ 25211 h 914400"/>
                <a:gd name="T48" fmla="*/ 1330708 w 1837690"/>
                <a:gd name="T49" fmla="*/ 48306 h 914400"/>
                <a:gd name="T50" fmla="*/ 1432686 w 1837690"/>
                <a:gd name="T51" fmla="*/ 78023 h 914400"/>
                <a:gd name="T52" fmla="*/ 1525754 w 1837690"/>
                <a:gd name="T53" fmla="*/ 113818 h 914400"/>
                <a:gd name="T54" fmla="*/ 1608814 w 1837690"/>
                <a:gd name="T55" fmla="*/ 155150 h 914400"/>
                <a:gd name="T56" fmla="*/ 1680768 w 1837690"/>
                <a:gd name="T57" fmla="*/ 201476 h 914400"/>
                <a:gd name="T58" fmla="*/ 1740518 w 1837690"/>
                <a:gd name="T59" fmla="*/ 252253 h 914400"/>
                <a:gd name="T60" fmla="*/ 1819014 w 1837690"/>
                <a:gd name="T61" fmla="*/ 364993 h 914400"/>
                <a:gd name="T62" fmla="*/ 1837685 w 1837690"/>
                <a:gd name="T63" fmla="*/ 457200 h 914400"/>
                <a:gd name="T64" fmla="*/ 1819014 w 1837690"/>
                <a:gd name="T65" fmla="*/ 549406 h 914400"/>
                <a:gd name="T66" fmla="*/ 1740518 w 1837690"/>
                <a:gd name="T67" fmla="*/ 662146 h 914400"/>
                <a:gd name="T68" fmla="*/ 1680768 w 1837690"/>
                <a:gd name="T69" fmla="*/ 712923 h 914400"/>
                <a:gd name="T70" fmla="*/ 1608814 w 1837690"/>
                <a:gd name="T71" fmla="*/ 759249 h 914400"/>
                <a:gd name="T72" fmla="*/ 1525754 w 1837690"/>
                <a:gd name="T73" fmla="*/ 800581 h 914400"/>
                <a:gd name="T74" fmla="*/ 1432686 w 1837690"/>
                <a:gd name="T75" fmla="*/ 836376 h 914400"/>
                <a:gd name="T76" fmla="*/ 1330708 w 1837690"/>
                <a:gd name="T77" fmla="*/ 866093 h 914400"/>
                <a:gd name="T78" fmla="*/ 1220919 w 1837690"/>
                <a:gd name="T79" fmla="*/ 889188 h 914400"/>
                <a:gd name="T80" fmla="*/ 1104416 w 1837690"/>
                <a:gd name="T81" fmla="*/ 905120 h 914400"/>
                <a:gd name="T82" fmla="*/ 982297 w 1837690"/>
                <a:gd name="T83" fmla="*/ 913346 h 914400"/>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1837690" h="914400">
                  <a:moveTo>
                    <a:pt x="919479" y="914400"/>
                  </a:moveTo>
                  <a:lnTo>
                    <a:pt x="856505" y="913346"/>
                  </a:lnTo>
                  <a:lnTo>
                    <a:pt x="794673" y="910230"/>
                  </a:lnTo>
                  <a:lnTo>
                    <a:pt x="734119" y="905120"/>
                  </a:lnTo>
                  <a:lnTo>
                    <a:pt x="674981" y="898084"/>
                  </a:lnTo>
                  <a:lnTo>
                    <a:pt x="617395" y="889188"/>
                  </a:lnTo>
                  <a:lnTo>
                    <a:pt x="561498" y="878502"/>
                  </a:lnTo>
                  <a:lnTo>
                    <a:pt x="507427" y="866093"/>
                  </a:lnTo>
                  <a:lnTo>
                    <a:pt x="455318" y="852028"/>
                  </a:lnTo>
                  <a:lnTo>
                    <a:pt x="405308" y="836376"/>
                  </a:lnTo>
                  <a:lnTo>
                    <a:pt x="357534" y="819205"/>
                  </a:lnTo>
                  <a:lnTo>
                    <a:pt x="312132" y="800581"/>
                  </a:lnTo>
                  <a:lnTo>
                    <a:pt x="269240" y="780573"/>
                  </a:lnTo>
                  <a:lnTo>
                    <a:pt x="228993" y="759249"/>
                  </a:lnTo>
                  <a:lnTo>
                    <a:pt x="191528" y="736677"/>
                  </a:lnTo>
                  <a:lnTo>
                    <a:pt x="156983" y="712923"/>
                  </a:lnTo>
                  <a:lnTo>
                    <a:pt x="125494" y="688057"/>
                  </a:lnTo>
                  <a:lnTo>
                    <a:pt x="97198" y="662146"/>
                  </a:lnTo>
                  <a:lnTo>
                    <a:pt x="50730" y="607459"/>
                  </a:lnTo>
                  <a:lnTo>
                    <a:pt x="18672" y="549406"/>
                  </a:lnTo>
                  <a:lnTo>
                    <a:pt x="2120" y="488528"/>
                  </a:lnTo>
                  <a:lnTo>
                    <a:pt x="0" y="457200"/>
                  </a:lnTo>
                  <a:lnTo>
                    <a:pt x="2120" y="425871"/>
                  </a:lnTo>
                  <a:lnTo>
                    <a:pt x="18672" y="364993"/>
                  </a:lnTo>
                  <a:lnTo>
                    <a:pt x="50730" y="306940"/>
                  </a:lnTo>
                  <a:lnTo>
                    <a:pt x="97198" y="252253"/>
                  </a:lnTo>
                  <a:lnTo>
                    <a:pt x="125494" y="226342"/>
                  </a:lnTo>
                  <a:lnTo>
                    <a:pt x="156983" y="201476"/>
                  </a:lnTo>
                  <a:lnTo>
                    <a:pt x="191528" y="177722"/>
                  </a:lnTo>
                  <a:lnTo>
                    <a:pt x="228993" y="155150"/>
                  </a:lnTo>
                  <a:lnTo>
                    <a:pt x="269239" y="133826"/>
                  </a:lnTo>
                  <a:lnTo>
                    <a:pt x="312132" y="113818"/>
                  </a:lnTo>
                  <a:lnTo>
                    <a:pt x="357534" y="95194"/>
                  </a:lnTo>
                  <a:lnTo>
                    <a:pt x="405308" y="78023"/>
                  </a:lnTo>
                  <a:lnTo>
                    <a:pt x="455318" y="62371"/>
                  </a:lnTo>
                  <a:lnTo>
                    <a:pt x="507427" y="48306"/>
                  </a:lnTo>
                  <a:lnTo>
                    <a:pt x="561498" y="35897"/>
                  </a:lnTo>
                  <a:lnTo>
                    <a:pt x="617395" y="25211"/>
                  </a:lnTo>
                  <a:lnTo>
                    <a:pt x="674981" y="16315"/>
                  </a:lnTo>
                  <a:lnTo>
                    <a:pt x="734119" y="9279"/>
                  </a:lnTo>
                  <a:lnTo>
                    <a:pt x="794673" y="4169"/>
                  </a:lnTo>
                  <a:lnTo>
                    <a:pt x="856505" y="1053"/>
                  </a:lnTo>
                  <a:lnTo>
                    <a:pt x="919479" y="0"/>
                  </a:lnTo>
                  <a:lnTo>
                    <a:pt x="982302" y="1053"/>
                  </a:lnTo>
                  <a:lnTo>
                    <a:pt x="1043995" y="4169"/>
                  </a:lnTo>
                  <a:lnTo>
                    <a:pt x="1104421" y="9279"/>
                  </a:lnTo>
                  <a:lnTo>
                    <a:pt x="1163443" y="16315"/>
                  </a:lnTo>
                  <a:lnTo>
                    <a:pt x="1220924" y="25211"/>
                  </a:lnTo>
                  <a:lnTo>
                    <a:pt x="1276727" y="35897"/>
                  </a:lnTo>
                  <a:lnTo>
                    <a:pt x="1330713" y="48306"/>
                  </a:lnTo>
                  <a:lnTo>
                    <a:pt x="1382747" y="62371"/>
                  </a:lnTo>
                  <a:lnTo>
                    <a:pt x="1432691" y="78023"/>
                  </a:lnTo>
                  <a:lnTo>
                    <a:pt x="1480407" y="95194"/>
                  </a:lnTo>
                  <a:lnTo>
                    <a:pt x="1525759" y="113818"/>
                  </a:lnTo>
                  <a:lnTo>
                    <a:pt x="1568608" y="133826"/>
                  </a:lnTo>
                  <a:lnTo>
                    <a:pt x="1608819" y="155150"/>
                  </a:lnTo>
                  <a:lnTo>
                    <a:pt x="1646252" y="177722"/>
                  </a:lnTo>
                  <a:lnTo>
                    <a:pt x="1680773" y="201476"/>
                  </a:lnTo>
                  <a:lnTo>
                    <a:pt x="1712242" y="226342"/>
                  </a:lnTo>
                  <a:lnTo>
                    <a:pt x="1740523" y="252253"/>
                  </a:lnTo>
                  <a:lnTo>
                    <a:pt x="1786971" y="306940"/>
                  </a:lnTo>
                  <a:lnTo>
                    <a:pt x="1819019" y="364993"/>
                  </a:lnTo>
                  <a:lnTo>
                    <a:pt x="1835569" y="425871"/>
                  </a:lnTo>
                  <a:lnTo>
                    <a:pt x="1837690" y="457200"/>
                  </a:lnTo>
                  <a:lnTo>
                    <a:pt x="1835569" y="488528"/>
                  </a:lnTo>
                  <a:lnTo>
                    <a:pt x="1819019" y="549406"/>
                  </a:lnTo>
                  <a:lnTo>
                    <a:pt x="1786971" y="607459"/>
                  </a:lnTo>
                  <a:lnTo>
                    <a:pt x="1740523" y="662146"/>
                  </a:lnTo>
                  <a:lnTo>
                    <a:pt x="1712242" y="688057"/>
                  </a:lnTo>
                  <a:lnTo>
                    <a:pt x="1680773" y="712923"/>
                  </a:lnTo>
                  <a:lnTo>
                    <a:pt x="1646252" y="736677"/>
                  </a:lnTo>
                  <a:lnTo>
                    <a:pt x="1608819" y="759249"/>
                  </a:lnTo>
                  <a:lnTo>
                    <a:pt x="1568608" y="780573"/>
                  </a:lnTo>
                  <a:lnTo>
                    <a:pt x="1525759" y="800581"/>
                  </a:lnTo>
                  <a:lnTo>
                    <a:pt x="1480407" y="819205"/>
                  </a:lnTo>
                  <a:lnTo>
                    <a:pt x="1432691" y="836376"/>
                  </a:lnTo>
                  <a:lnTo>
                    <a:pt x="1382747" y="852028"/>
                  </a:lnTo>
                  <a:lnTo>
                    <a:pt x="1330713" y="866093"/>
                  </a:lnTo>
                  <a:lnTo>
                    <a:pt x="1276727" y="878502"/>
                  </a:lnTo>
                  <a:lnTo>
                    <a:pt x="1220924" y="889188"/>
                  </a:lnTo>
                  <a:lnTo>
                    <a:pt x="1163443" y="898084"/>
                  </a:lnTo>
                  <a:lnTo>
                    <a:pt x="1104421" y="905120"/>
                  </a:lnTo>
                  <a:lnTo>
                    <a:pt x="1043995" y="910230"/>
                  </a:lnTo>
                  <a:lnTo>
                    <a:pt x="982302" y="913346"/>
                  </a:lnTo>
                  <a:lnTo>
                    <a:pt x="919479" y="914400"/>
                  </a:lnTo>
                  <a:close/>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x-none"/>
            </a:p>
          </p:txBody>
        </p:sp>
      </p:grpSp>
      <p:sp>
        <p:nvSpPr>
          <p:cNvPr id="21" name="object 161">
            <a:extLst>
              <a:ext uri="{FF2B5EF4-FFF2-40B4-BE49-F238E27FC236}">
                <a16:creationId xmlns:a16="http://schemas.microsoft.com/office/drawing/2014/main" xmlns="" id="{67D8CA12-5649-9D48-BDC1-32EBCF66AA27}"/>
              </a:ext>
            </a:extLst>
          </p:cNvPr>
          <p:cNvSpPr txBox="1"/>
          <p:nvPr/>
        </p:nvSpPr>
        <p:spPr>
          <a:xfrm>
            <a:off x="2024063" y="3819525"/>
            <a:ext cx="506412" cy="300037"/>
          </a:xfrm>
          <a:prstGeom prst="rect">
            <a:avLst/>
          </a:prstGeom>
        </p:spPr>
        <p:txBody>
          <a:bodyPr lIns="0" tIns="12700" rIns="0" bIns="0">
            <a:spAutoFit/>
          </a:bodyPr>
          <a:lstStyle/>
          <a:p>
            <a:pPr marL="12700" eaLnBrk="1" fontAlgn="auto" hangingPunct="1">
              <a:spcBef>
                <a:spcPts val="100"/>
              </a:spcBef>
              <a:spcAft>
                <a:spcPts val="0"/>
              </a:spcAft>
              <a:defRPr/>
            </a:pPr>
            <a:r>
              <a:rPr spc="-5" dirty="0">
                <a:latin typeface="Arial"/>
                <a:cs typeface="Arial"/>
              </a:rPr>
              <a:t>Us</a:t>
            </a:r>
            <a:r>
              <a:rPr spc="-15" dirty="0">
                <a:latin typeface="Arial"/>
                <a:cs typeface="Arial"/>
              </a:rPr>
              <a:t>e</a:t>
            </a:r>
            <a:r>
              <a:rPr dirty="0">
                <a:latin typeface="Arial"/>
                <a:cs typeface="Arial"/>
              </a:rPr>
              <a:t>r</a:t>
            </a:r>
          </a:p>
        </p:txBody>
      </p:sp>
      <p:sp>
        <p:nvSpPr>
          <p:cNvPr id="57353" name="object 162">
            <a:extLst>
              <a:ext uri="{FF2B5EF4-FFF2-40B4-BE49-F238E27FC236}">
                <a16:creationId xmlns:a16="http://schemas.microsoft.com/office/drawing/2014/main" xmlns="" id="{3EBB63D7-9A96-45C3-AD65-9893F03527A0}"/>
              </a:ext>
            </a:extLst>
          </p:cNvPr>
          <p:cNvSpPr txBox="1">
            <a:spLocks noChangeArrowheads="1"/>
          </p:cNvSpPr>
          <p:nvPr/>
        </p:nvSpPr>
        <p:spPr bwMode="auto">
          <a:xfrm>
            <a:off x="5375275" y="4051300"/>
            <a:ext cx="1452563" cy="1690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12700" rIns="0" bIns="0">
            <a:spAutoFit/>
          </a:bodyPr>
          <a:lstStyle>
            <a:lvl1pPr marL="141288" indent="-4445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spcBef>
                <a:spcPts val="100"/>
              </a:spcBef>
            </a:pPr>
            <a:r>
              <a:rPr lang="en-US" altLang="en-US">
                <a:latin typeface="Arial" panose="020B0604020202020204" pitchFamily="34" charset="0"/>
                <a:cs typeface="Arial" panose="020B0604020202020204" pitchFamily="34" charset="0"/>
              </a:rPr>
              <a:t>Search for  reference</a:t>
            </a:r>
          </a:p>
          <a:p>
            <a:pPr eaLnBrk="1" hangingPunct="1"/>
            <a:endParaRPr lang="en-US" altLang="en-US" sz="2000">
              <a:latin typeface="Arial" panose="020B0604020202020204" pitchFamily="34" charset="0"/>
              <a:cs typeface="Arial" panose="020B0604020202020204" pitchFamily="34" charset="0"/>
            </a:endParaRPr>
          </a:p>
          <a:p>
            <a:pPr eaLnBrk="1" hangingPunct="1">
              <a:spcBef>
                <a:spcPts val="38"/>
              </a:spcBef>
            </a:pPr>
            <a:endParaRPr lang="en-US" altLang="en-US" sz="1700">
              <a:latin typeface="Arial" panose="020B0604020202020204" pitchFamily="34" charset="0"/>
              <a:cs typeface="Arial" panose="020B0604020202020204" pitchFamily="34" charset="0"/>
            </a:endParaRPr>
          </a:p>
          <a:p>
            <a:pPr eaLnBrk="1" hangingPunct="1"/>
            <a:r>
              <a:rPr lang="en-US" altLang="en-US">
                <a:latin typeface="Arial" panose="020B0604020202020204" pitchFamily="34" charset="0"/>
                <a:cs typeface="Arial" panose="020B0604020202020204" pitchFamily="34" charset="0"/>
              </a:rPr>
              <a:t>List  references</a:t>
            </a:r>
          </a:p>
        </p:txBody>
      </p:sp>
      <p:cxnSp>
        <p:nvCxnSpPr>
          <p:cNvPr id="24" name="Straight Connector 23">
            <a:extLst>
              <a:ext uri="{FF2B5EF4-FFF2-40B4-BE49-F238E27FC236}">
                <a16:creationId xmlns:a16="http://schemas.microsoft.com/office/drawing/2014/main" xmlns="" id="{616BF314-B187-C14C-9B53-745FF9FFCCC2}"/>
              </a:ext>
            </a:extLst>
          </p:cNvPr>
          <p:cNvCxnSpPr>
            <a:endCxn id="57360" idx="11"/>
          </p:cNvCxnSpPr>
          <p:nvPr/>
        </p:nvCxnSpPr>
        <p:spPr>
          <a:xfrm>
            <a:off x="2673350" y="3984625"/>
            <a:ext cx="2335213" cy="1358900"/>
          </a:xfrm>
          <a:prstGeom prst="line">
            <a:avLst/>
          </a:prstGeom>
        </p:spPr>
        <p:style>
          <a:lnRef idx="1">
            <a:schemeClr val="dk1"/>
          </a:lnRef>
          <a:fillRef idx="0">
            <a:schemeClr val="dk1"/>
          </a:fillRef>
          <a:effectRef idx="0">
            <a:schemeClr val="dk1"/>
          </a:effectRef>
          <a:fontRef idx="minor">
            <a:schemeClr val="tx1"/>
          </a:fontRef>
        </p:style>
      </p:cxn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53857DE-8F0C-436E-BF50-671E805CEAD1}"/>
              </a:ext>
            </a:extLst>
          </p:cNvPr>
          <p:cNvSpPr>
            <a:spLocks noGrp="1"/>
          </p:cNvSpPr>
          <p:nvPr>
            <p:ph type="title"/>
          </p:nvPr>
        </p:nvSpPr>
        <p:spPr/>
        <p:txBody>
          <a:bodyPr>
            <a:normAutofit fontScale="90000"/>
          </a:bodyPr>
          <a:lstStyle/>
          <a:p>
            <a:r>
              <a:rPr lang="en-US" sz="3600" spc="-5" dirty="0"/>
              <a:t>Granularity </a:t>
            </a:r>
            <a:r>
              <a:rPr lang="en-US" sz="3600" spc="-10" dirty="0"/>
              <a:t>of </a:t>
            </a:r>
            <a:r>
              <a:rPr lang="en-US" sz="3600" dirty="0"/>
              <a:t>Use</a:t>
            </a:r>
            <a:r>
              <a:rPr lang="en-US" sz="3600" spc="-50" dirty="0"/>
              <a:t> </a:t>
            </a:r>
            <a:r>
              <a:rPr lang="en-US" sz="3600" spc="-5" dirty="0"/>
              <a:t>Cases</a:t>
            </a:r>
            <a:r>
              <a:rPr lang="en-US" sz="4400" spc="-5" dirty="0"/>
              <a:t>	</a:t>
            </a:r>
            <a:r>
              <a:rPr lang="en-US" sz="4400" dirty="0"/>
              <a:t/>
            </a:r>
            <a:br>
              <a:rPr lang="en-US" sz="4400" dirty="0"/>
            </a:br>
            <a:endParaRPr lang="x-none" dirty="0"/>
          </a:p>
        </p:txBody>
      </p:sp>
      <p:sp>
        <p:nvSpPr>
          <p:cNvPr id="58372" name="object 145">
            <a:extLst>
              <a:ext uri="{FF2B5EF4-FFF2-40B4-BE49-F238E27FC236}">
                <a16:creationId xmlns:a16="http://schemas.microsoft.com/office/drawing/2014/main" xmlns="" id="{7471DA9E-9076-4370-8265-6F56A410ECF3}"/>
              </a:ext>
            </a:extLst>
          </p:cNvPr>
          <p:cNvSpPr>
            <a:spLocks/>
          </p:cNvSpPr>
          <p:nvPr/>
        </p:nvSpPr>
        <p:spPr bwMode="auto">
          <a:xfrm>
            <a:off x="4395787" y="1762126"/>
            <a:ext cx="1892300" cy="762000"/>
          </a:xfrm>
          <a:custGeom>
            <a:avLst/>
            <a:gdLst>
              <a:gd name="T0" fmla="*/ 878648 w 1892300"/>
              <a:gd name="T1" fmla="*/ 761045 h 762000"/>
              <a:gd name="T2" fmla="*/ 747616 w 1892300"/>
              <a:gd name="T3" fmla="*/ 753601 h 762000"/>
              <a:gd name="T4" fmla="*/ 622952 w 1892300"/>
              <a:gd name="T5" fmla="*/ 739203 h 762000"/>
              <a:gd name="T6" fmla="*/ 505944 w 1892300"/>
              <a:gd name="T7" fmla="*/ 718361 h 762000"/>
              <a:gd name="T8" fmla="*/ 397879 w 1892300"/>
              <a:gd name="T9" fmla="*/ 691588 h 762000"/>
              <a:gd name="T10" fmla="*/ 300045 w 1892300"/>
              <a:gd name="T11" fmla="*/ 659393 h 762000"/>
              <a:gd name="T12" fmla="*/ 213729 w 1892300"/>
              <a:gd name="T13" fmla="*/ 622288 h 762000"/>
              <a:gd name="T14" fmla="*/ 140220 w 1892300"/>
              <a:gd name="T15" fmla="*/ 580784 h 762000"/>
              <a:gd name="T16" fmla="*/ 56785 w 1892300"/>
              <a:gd name="T17" fmla="*/ 511398 h 762000"/>
              <a:gd name="T18" fmla="*/ 2378 w 1892300"/>
              <a:gd name="T19" fmla="*/ 408257 h 762000"/>
              <a:gd name="T20" fmla="*/ 2378 w 1892300"/>
              <a:gd name="T21" fmla="*/ 353742 h 762000"/>
              <a:gd name="T22" fmla="*/ 56785 w 1892300"/>
              <a:gd name="T23" fmla="*/ 250601 h 762000"/>
              <a:gd name="T24" fmla="*/ 140220 w 1892300"/>
              <a:gd name="T25" fmla="*/ 181215 h 762000"/>
              <a:gd name="T26" fmla="*/ 213729 w 1892300"/>
              <a:gd name="T27" fmla="*/ 139711 h 762000"/>
              <a:gd name="T28" fmla="*/ 300045 w 1892300"/>
              <a:gd name="T29" fmla="*/ 102606 h 762000"/>
              <a:gd name="T30" fmla="*/ 397879 w 1892300"/>
              <a:gd name="T31" fmla="*/ 70411 h 762000"/>
              <a:gd name="T32" fmla="*/ 505944 w 1892300"/>
              <a:gd name="T33" fmla="*/ 43638 h 762000"/>
              <a:gd name="T34" fmla="*/ 622952 w 1892300"/>
              <a:gd name="T35" fmla="*/ 22796 h 762000"/>
              <a:gd name="T36" fmla="*/ 747616 w 1892300"/>
              <a:gd name="T37" fmla="*/ 8398 h 762000"/>
              <a:gd name="T38" fmla="*/ 878648 w 1892300"/>
              <a:gd name="T39" fmla="*/ 954 h 762000"/>
              <a:gd name="T40" fmla="*/ 1013803 w 1892300"/>
              <a:gd name="T41" fmla="*/ 954 h 762000"/>
              <a:gd name="T42" fmla="*/ 1145059 w 1892300"/>
              <a:gd name="T43" fmla="*/ 8398 h 762000"/>
              <a:gd name="T44" fmla="*/ 1269854 w 1892300"/>
              <a:gd name="T45" fmla="*/ 22796 h 762000"/>
              <a:gd name="T46" fmla="*/ 1386917 w 1892300"/>
              <a:gd name="T47" fmla="*/ 43638 h 762000"/>
              <a:gd name="T48" fmla="*/ 1494973 w 1892300"/>
              <a:gd name="T49" fmla="*/ 70411 h 762000"/>
              <a:gd name="T50" fmla="*/ 1592750 w 1892300"/>
              <a:gd name="T51" fmla="*/ 102606 h 762000"/>
              <a:gd name="T52" fmla="*/ 1678977 w 1892300"/>
              <a:gd name="T53" fmla="*/ 139711 h 762000"/>
              <a:gd name="T54" fmla="*/ 1752379 w 1892300"/>
              <a:gd name="T55" fmla="*/ 181215 h 762000"/>
              <a:gd name="T56" fmla="*/ 1835655 w 1892300"/>
              <a:gd name="T57" fmla="*/ 250601 h 762000"/>
              <a:gd name="T58" fmla="*/ 1889928 w 1892300"/>
              <a:gd name="T59" fmla="*/ 353742 h 762000"/>
              <a:gd name="T60" fmla="*/ 1889928 w 1892300"/>
              <a:gd name="T61" fmla="*/ 408257 h 762000"/>
              <a:gd name="T62" fmla="*/ 1835655 w 1892300"/>
              <a:gd name="T63" fmla="*/ 511398 h 762000"/>
              <a:gd name="T64" fmla="*/ 1752379 w 1892300"/>
              <a:gd name="T65" fmla="*/ 580784 h 762000"/>
              <a:gd name="T66" fmla="*/ 1678977 w 1892300"/>
              <a:gd name="T67" fmla="*/ 622288 h 762000"/>
              <a:gd name="T68" fmla="*/ 1592750 w 1892300"/>
              <a:gd name="T69" fmla="*/ 659393 h 762000"/>
              <a:gd name="T70" fmla="*/ 1494973 w 1892300"/>
              <a:gd name="T71" fmla="*/ 691588 h 762000"/>
              <a:gd name="T72" fmla="*/ 1386917 w 1892300"/>
              <a:gd name="T73" fmla="*/ 718361 h 762000"/>
              <a:gd name="T74" fmla="*/ 1269854 w 1892300"/>
              <a:gd name="T75" fmla="*/ 739203 h 762000"/>
              <a:gd name="T76" fmla="*/ 1145059 w 1892300"/>
              <a:gd name="T77" fmla="*/ 753601 h 762000"/>
              <a:gd name="T78" fmla="*/ 1013803 w 1892300"/>
              <a:gd name="T79" fmla="*/ 761045 h 762000"/>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1892300" h="762000">
                <a:moveTo>
                  <a:pt x="946150" y="762000"/>
                </a:moveTo>
                <a:lnTo>
                  <a:pt x="878648" y="761045"/>
                </a:lnTo>
                <a:lnTo>
                  <a:pt x="812416" y="758224"/>
                </a:lnTo>
                <a:lnTo>
                  <a:pt x="747616" y="753601"/>
                </a:lnTo>
                <a:lnTo>
                  <a:pt x="684407" y="747239"/>
                </a:lnTo>
                <a:lnTo>
                  <a:pt x="622952" y="739203"/>
                </a:lnTo>
                <a:lnTo>
                  <a:pt x="563410" y="729555"/>
                </a:lnTo>
                <a:lnTo>
                  <a:pt x="505944" y="718361"/>
                </a:lnTo>
                <a:lnTo>
                  <a:pt x="450713" y="705684"/>
                </a:lnTo>
                <a:lnTo>
                  <a:pt x="397879" y="691588"/>
                </a:lnTo>
                <a:lnTo>
                  <a:pt x="347602" y="676136"/>
                </a:lnTo>
                <a:lnTo>
                  <a:pt x="300045" y="659393"/>
                </a:lnTo>
                <a:lnTo>
                  <a:pt x="255367" y="641422"/>
                </a:lnTo>
                <a:lnTo>
                  <a:pt x="213729" y="622288"/>
                </a:lnTo>
                <a:lnTo>
                  <a:pt x="175294" y="602054"/>
                </a:lnTo>
                <a:lnTo>
                  <a:pt x="140220" y="580784"/>
                </a:lnTo>
                <a:lnTo>
                  <a:pt x="108671" y="558542"/>
                </a:lnTo>
                <a:lnTo>
                  <a:pt x="56785" y="511398"/>
                </a:lnTo>
                <a:lnTo>
                  <a:pt x="20925" y="461133"/>
                </a:lnTo>
                <a:lnTo>
                  <a:pt x="2378" y="408257"/>
                </a:lnTo>
                <a:lnTo>
                  <a:pt x="0" y="381000"/>
                </a:lnTo>
                <a:lnTo>
                  <a:pt x="2378" y="353742"/>
                </a:lnTo>
                <a:lnTo>
                  <a:pt x="20925" y="300866"/>
                </a:lnTo>
                <a:lnTo>
                  <a:pt x="56785" y="250601"/>
                </a:lnTo>
                <a:lnTo>
                  <a:pt x="108671" y="203457"/>
                </a:lnTo>
                <a:lnTo>
                  <a:pt x="140220" y="181215"/>
                </a:lnTo>
                <a:lnTo>
                  <a:pt x="175294" y="159945"/>
                </a:lnTo>
                <a:lnTo>
                  <a:pt x="213729" y="139711"/>
                </a:lnTo>
                <a:lnTo>
                  <a:pt x="255367" y="120577"/>
                </a:lnTo>
                <a:lnTo>
                  <a:pt x="300045" y="102606"/>
                </a:lnTo>
                <a:lnTo>
                  <a:pt x="347602" y="85863"/>
                </a:lnTo>
                <a:lnTo>
                  <a:pt x="397879" y="70411"/>
                </a:lnTo>
                <a:lnTo>
                  <a:pt x="450713" y="56315"/>
                </a:lnTo>
                <a:lnTo>
                  <a:pt x="505944" y="43638"/>
                </a:lnTo>
                <a:lnTo>
                  <a:pt x="563410" y="32444"/>
                </a:lnTo>
                <a:lnTo>
                  <a:pt x="622952" y="22796"/>
                </a:lnTo>
                <a:lnTo>
                  <a:pt x="684407" y="14760"/>
                </a:lnTo>
                <a:lnTo>
                  <a:pt x="747616" y="8398"/>
                </a:lnTo>
                <a:lnTo>
                  <a:pt x="812416" y="3775"/>
                </a:lnTo>
                <a:lnTo>
                  <a:pt x="878648" y="954"/>
                </a:lnTo>
                <a:lnTo>
                  <a:pt x="946150" y="0"/>
                </a:lnTo>
                <a:lnTo>
                  <a:pt x="1013803" y="954"/>
                </a:lnTo>
                <a:lnTo>
                  <a:pt x="1080159" y="3775"/>
                </a:lnTo>
                <a:lnTo>
                  <a:pt x="1145059" y="8398"/>
                </a:lnTo>
                <a:lnTo>
                  <a:pt x="1208344" y="14760"/>
                </a:lnTo>
                <a:lnTo>
                  <a:pt x="1269854" y="22796"/>
                </a:lnTo>
                <a:lnTo>
                  <a:pt x="1329432" y="32444"/>
                </a:lnTo>
                <a:lnTo>
                  <a:pt x="1386917" y="43638"/>
                </a:lnTo>
                <a:lnTo>
                  <a:pt x="1442150" y="56315"/>
                </a:lnTo>
                <a:lnTo>
                  <a:pt x="1494973" y="70411"/>
                </a:lnTo>
                <a:lnTo>
                  <a:pt x="1545226" y="85863"/>
                </a:lnTo>
                <a:lnTo>
                  <a:pt x="1592750" y="102606"/>
                </a:lnTo>
                <a:lnTo>
                  <a:pt x="1637387" y="120577"/>
                </a:lnTo>
                <a:lnTo>
                  <a:pt x="1678977" y="139711"/>
                </a:lnTo>
                <a:lnTo>
                  <a:pt x="1717360" y="159945"/>
                </a:lnTo>
                <a:lnTo>
                  <a:pt x="1752379" y="181215"/>
                </a:lnTo>
                <a:lnTo>
                  <a:pt x="1783874" y="203457"/>
                </a:lnTo>
                <a:lnTo>
                  <a:pt x="1835655" y="250601"/>
                </a:lnTo>
                <a:lnTo>
                  <a:pt x="1871430" y="300866"/>
                </a:lnTo>
                <a:lnTo>
                  <a:pt x="1889928" y="353742"/>
                </a:lnTo>
                <a:lnTo>
                  <a:pt x="1892300" y="381000"/>
                </a:lnTo>
                <a:lnTo>
                  <a:pt x="1889928" y="408257"/>
                </a:lnTo>
                <a:lnTo>
                  <a:pt x="1871430" y="461133"/>
                </a:lnTo>
                <a:lnTo>
                  <a:pt x="1835655" y="511398"/>
                </a:lnTo>
                <a:lnTo>
                  <a:pt x="1783874" y="558542"/>
                </a:lnTo>
                <a:lnTo>
                  <a:pt x="1752379" y="580784"/>
                </a:lnTo>
                <a:lnTo>
                  <a:pt x="1717360" y="602054"/>
                </a:lnTo>
                <a:lnTo>
                  <a:pt x="1678977" y="622288"/>
                </a:lnTo>
                <a:lnTo>
                  <a:pt x="1637387" y="641422"/>
                </a:lnTo>
                <a:lnTo>
                  <a:pt x="1592750" y="659393"/>
                </a:lnTo>
                <a:lnTo>
                  <a:pt x="1545226" y="676136"/>
                </a:lnTo>
                <a:lnTo>
                  <a:pt x="1494973" y="691588"/>
                </a:lnTo>
                <a:lnTo>
                  <a:pt x="1442150" y="705684"/>
                </a:lnTo>
                <a:lnTo>
                  <a:pt x="1386917" y="718361"/>
                </a:lnTo>
                <a:lnTo>
                  <a:pt x="1329432" y="729555"/>
                </a:lnTo>
                <a:lnTo>
                  <a:pt x="1269854" y="739203"/>
                </a:lnTo>
                <a:lnTo>
                  <a:pt x="1208344" y="747239"/>
                </a:lnTo>
                <a:lnTo>
                  <a:pt x="1145059" y="753601"/>
                </a:lnTo>
                <a:lnTo>
                  <a:pt x="1080159" y="758224"/>
                </a:lnTo>
                <a:lnTo>
                  <a:pt x="1013803" y="761045"/>
                </a:lnTo>
                <a:lnTo>
                  <a:pt x="946150" y="762000"/>
                </a:lnTo>
                <a:close/>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x-none"/>
          </a:p>
        </p:txBody>
      </p:sp>
      <p:sp>
        <p:nvSpPr>
          <p:cNvPr id="58373" name="object 147">
            <a:extLst>
              <a:ext uri="{FF2B5EF4-FFF2-40B4-BE49-F238E27FC236}">
                <a16:creationId xmlns:a16="http://schemas.microsoft.com/office/drawing/2014/main" xmlns="" id="{E54A7271-D3F6-48AE-84B7-C1F6C244FDB9}"/>
              </a:ext>
            </a:extLst>
          </p:cNvPr>
          <p:cNvSpPr txBox="1">
            <a:spLocks noChangeArrowheads="1"/>
          </p:cNvSpPr>
          <p:nvPr/>
        </p:nvSpPr>
        <p:spPr bwMode="auto">
          <a:xfrm>
            <a:off x="4777580" y="1856582"/>
            <a:ext cx="1128713" cy="57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12700" rIns="0" bIns="0">
            <a:spAutoFit/>
          </a:bodyPr>
          <a:lstStyle>
            <a:lvl1pPr marL="12700" indent="125413">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spcBef>
                <a:spcPts val="100"/>
              </a:spcBef>
            </a:pPr>
            <a:r>
              <a:rPr lang="en-US" altLang="en-US" b="1" dirty="0">
                <a:latin typeface="Arial" panose="020B0604020202020204" pitchFamily="34" charset="0"/>
                <a:cs typeface="Arial" panose="020B0604020202020204" pitchFamily="34" charset="0"/>
              </a:rPr>
              <a:t>Manage  Reference</a:t>
            </a:r>
            <a:endParaRPr lang="en-US" altLang="en-US" dirty="0">
              <a:latin typeface="Arial" panose="020B0604020202020204" pitchFamily="34" charset="0"/>
              <a:cs typeface="Arial" panose="020B0604020202020204" pitchFamily="34" charset="0"/>
            </a:endParaRPr>
          </a:p>
        </p:txBody>
      </p:sp>
      <p:grpSp>
        <p:nvGrpSpPr>
          <p:cNvPr id="58374" name="object 148">
            <a:extLst>
              <a:ext uri="{FF2B5EF4-FFF2-40B4-BE49-F238E27FC236}">
                <a16:creationId xmlns:a16="http://schemas.microsoft.com/office/drawing/2014/main" xmlns="" id="{13C61C16-8967-48C5-8CC4-51A0467EAEF0}"/>
              </a:ext>
            </a:extLst>
          </p:cNvPr>
          <p:cNvGrpSpPr>
            <a:grpSpLocks/>
          </p:cNvGrpSpPr>
          <p:nvPr/>
        </p:nvGrpSpPr>
        <p:grpSpPr bwMode="auto">
          <a:xfrm>
            <a:off x="2457450" y="2084389"/>
            <a:ext cx="1938338" cy="838200"/>
            <a:chOff x="2457450" y="2367279"/>
            <a:chExt cx="1938020" cy="530860"/>
          </a:xfrm>
        </p:grpSpPr>
        <p:sp>
          <p:nvSpPr>
            <p:cNvPr id="58378" name="object 149">
              <a:extLst>
                <a:ext uri="{FF2B5EF4-FFF2-40B4-BE49-F238E27FC236}">
                  <a16:creationId xmlns:a16="http://schemas.microsoft.com/office/drawing/2014/main" xmlns="" id="{01C73956-C7AA-4D38-B574-3DBE7EDB4854}"/>
                </a:ext>
              </a:extLst>
            </p:cNvPr>
            <p:cNvSpPr>
              <a:spLocks/>
            </p:cNvSpPr>
            <p:nvPr/>
          </p:nvSpPr>
          <p:spPr bwMode="auto">
            <a:xfrm>
              <a:off x="2546350" y="2367279"/>
              <a:ext cx="481330" cy="332740"/>
            </a:xfrm>
            <a:custGeom>
              <a:avLst/>
              <a:gdLst>
                <a:gd name="T0" fmla="*/ 248919 w 481330"/>
                <a:gd name="T1" fmla="*/ 186695 h 332739"/>
                <a:gd name="T2" fmla="*/ 186412 w 481330"/>
                <a:gd name="T3" fmla="*/ 179332 h 332739"/>
                <a:gd name="T4" fmla="*/ 135572 w 481330"/>
                <a:gd name="T5" fmla="*/ 159226 h 332739"/>
                <a:gd name="T6" fmla="*/ 101401 w 481330"/>
                <a:gd name="T7" fmla="*/ 129361 h 332739"/>
                <a:gd name="T8" fmla="*/ 88900 w 481330"/>
                <a:gd name="T9" fmla="*/ 92710 h 332739"/>
                <a:gd name="T10" fmla="*/ 101401 w 481330"/>
                <a:gd name="T11" fmla="*/ 56792 h 332739"/>
                <a:gd name="T12" fmla="*/ 135572 w 481330"/>
                <a:gd name="T13" fmla="*/ 27305 h 332739"/>
                <a:gd name="T14" fmla="*/ 186412 w 481330"/>
                <a:gd name="T15" fmla="*/ 7342 h 332739"/>
                <a:gd name="T16" fmla="*/ 248919 w 481330"/>
                <a:gd name="T17" fmla="*/ 0 h 332739"/>
                <a:gd name="T18" fmla="*/ 311427 w 481330"/>
                <a:gd name="T19" fmla="*/ 7342 h 332739"/>
                <a:gd name="T20" fmla="*/ 362267 w 481330"/>
                <a:gd name="T21" fmla="*/ 27304 h 332739"/>
                <a:gd name="T22" fmla="*/ 396438 w 481330"/>
                <a:gd name="T23" fmla="*/ 56792 h 332739"/>
                <a:gd name="T24" fmla="*/ 408939 w 481330"/>
                <a:gd name="T25" fmla="*/ 92710 h 332739"/>
                <a:gd name="T26" fmla="*/ 396438 w 481330"/>
                <a:gd name="T27" fmla="*/ 129361 h 332739"/>
                <a:gd name="T28" fmla="*/ 362267 w 481330"/>
                <a:gd name="T29" fmla="*/ 159226 h 332739"/>
                <a:gd name="T30" fmla="*/ 311427 w 481330"/>
                <a:gd name="T31" fmla="*/ 179332 h 332739"/>
                <a:gd name="T32" fmla="*/ 248919 w 481330"/>
                <a:gd name="T33" fmla="*/ 186695 h 332739"/>
                <a:gd name="T34" fmla="*/ 231139 w 481330"/>
                <a:gd name="T35" fmla="*/ 175265 h 332739"/>
                <a:gd name="T36" fmla="*/ 234950 w 481330"/>
                <a:gd name="T37" fmla="*/ 332745 h 332739"/>
                <a:gd name="T38" fmla="*/ 0 w 481330"/>
                <a:gd name="T39" fmla="*/ 218445 h 332739"/>
                <a:gd name="T40" fmla="*/ 481330 w 481330"/>
                <a:gd name="T41" fmla="*/ 220985 h 33273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481330" h="332739">
                  <a:moveTo>
                    <a:pt x="248919" y="186690"/>
                  </a:moveTo>
                  <a:lnTo>
                    <a:pt x="186412" y="179327"/>
                  </a:lnTo>
                  <a:lnTo>
                    <a:pt x="135572" y="159226"/>
                  </a:lnTo>
                  <a:lnTo>
                    <a:pt x="101401" y="129361"/>
                  </a:lnTo>
                  <a:lnTo>
                    <a:pt x="88900" y="92710"/>
                  </a:lnTo>
                  <a:lnTo>
                    <a:pt x="101401" y="56792"/>
                  </a:lnTo>
                  <a:lnTo>
                    <a:pt x="135572" y="27305"/>
                  </a:lnTo>
                  <a:lnTo>
                    <a:pt x="186412" y="7342"/>
                  </a:lnTo>
                  <a:lnTo>
                    <a:pt x="248919" y="0"/>
                  </a:lnTo>
                  <a:lnTo>
                    <a:pt x="311427" y="7342"/>
                  </a:lnTo>
                  <a:lnTo>
                    <a:pt x="362267" y="27304"/>
                  </a:lnTo>
                  <a:lnTo>
                    <a:pt x="396438" y="56792"/>
                  </a:lnTo>
                  <a:lnTo>
                    <a:pt x="408939" y="92710"/>
                  </a:lnTo>
                  <a:lnTo>
                    <a:pt x="396438" y="129361"/>
                  </a:lnTo>
                  <a:lnTo>
                    <a:pt x="362267" y="159226"/>
                  </a:lnTo>
                  <a:lnTo>
                    <a:pt x="311427" y="179327"/>
                  </a:lnTo>
                  <a:lnTo>
                    <a:pt x="248919" y="186690"/>
                  </a:lnTo>
                  <a:close/>
                </a:path>
                <a:path w="481330" h="332739">
                  <a:moveTo>
                    <a:pt x="231139" y="175260"/>
                  </a:moveTo>
                  <a:lnTo>
                    <a:pt x="234950" y="332740"/>
                  </a:lnTo>
                </a:path>
                <a:path w="481330" h="332739">
                  <a:moveTo>
                    <a:pt x="0" y="218440"/>
                  </a:moveTo>
                  <a:lnTo>
                    <a:pt x="481330" y="220980"/>
                  </a:lnTo>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x-none"/>
            </a:p>
          </p:txBody>
        </p:sp>
        <p:sp>
          <p:nvSpPr>
            <p:cNvPr id="58379" name="object 150">
              <a:extLst>
                <a:ext uri="{FF2B5EF4-FFF2-40B4-BE49-F238E27FC236}">
                  <a16:creationId xmlns:a16="http://schemas.microsoft.com/office/drawing/2014/main" xmlns="" id="{3F32ECAB-2EB2-427E-8B41-528E3A46E2E6}"/>
                </a:ext>
              </a:extLst>
            </p:cNvPr>
            <p:cNvSpPr>
              <a:spLocks/>
            </p:cNvSpPr>
            <p:nvPr/>
          </p:nvSpPr>
          <p:spPr bwMode="auto">
            <a:xfrm>
              <a:off x="2457450" y="2700019"/>
              <a:ext cx="659130" cy="198120"/>
            </a:xfrm>
            <a:custGeom>
              <a:avLst/>
              <a:gdLst>
                <a:gd name="T0" fmla="*/ 0 w 659130"/>
                <a:gd name="T1" fmla="*/ 198124 h 198119"/>
                <a:gd name="T2" fmla="*/ 320039 w 659130"/>
                <a:gd name="T3" fmla="*/ 0 h 198119"/>
                <a:gd name="T4" fmla="*/ 659130 w 659130"/>
                <a:gd name="T5" fmla="*/ 198124 h 198119"/>
                <a:gd name="T6" fmla="*/ 0 60000 65536"/>
                <a:gd name="T7" fmla="*/ 0 60000 65536"/>
                <a:gd name="T8" fmla="*/ 0 60000 65536"/>
              </a:gdLst>
              <a:ahLst/>
              <a:cxnLst>
                <a:cxn ang="T6">
                  <a:pos x="T0" y="T1"/>
                </a:cxn>
                <a:cxn ang="T7">
                  <a:pos x="T2" y="T3"/>
                </a:cxn>
                <a:cxn ang="T8">
                  <a:pos x="T4" y="T5"/>
                </a:cxn>
              </a:cxnLst>
              <a:rect l="0" t="0" r="r" b="b"/>
              <a:pathLst>
                <a:path w="659130" h="198119">
                  <a:moveTo>
                    <a:pt x="0" y="198119"/>
                  </a:moveTo>
                  <a:lnTo>
                    <a:pt x="320039" y="0"/>
                  </a:lnTo>
                  <a:lnTo>
                    <a:pt x="659130" y="198119"/>
                  </a:lnTo>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x-none"/>
            </a:p>
          </p:txBody>
        </p:sp>
        <p:sp>
          <p:nvSpPr>
            <p:cNvPr id="58380" name="object 151">
              <a:extLst>
                <a:ext uri="{FF2B5EF4-FFF2-40B4-BE49-F238E27FC236}">
                  <a16:creationId xmlns:a16="http://schemas.microsoft.com/office/drawing/2014/main" xmlns="" id="{A7DE8BFF-1285-4A3D-9A16-5185B9514E82}"/>
                </a:ext>
              </a:extLst>
            </p:cNvPr>
            <p:cNvSpPr>
              <a:spLocks/>
            </p:cNvSpPr>
            <p:nvPr/>
          </p:nvSpPr>
          <p:spPr bwMode="auto">
            <a:xfrm>
              <a:off x="3115309" y="2407919"/>
              <a:ext cx="1280160" cy="167640"/>
            </a:xfrm>
            <a:custGeom>
              <a:avLst/>
              <a:gdLst>
                <a:gd name="T0" fmla="*/ 1280160 w 1280160"/>
                <a:gd name="T1" fmla="*/ 0 h 167639"/>
                <a:gd name="T2" fmla="*/ 0 w 1280160"/>
                <a:gd name="T3" fmla="*/ 167644 h 167639"/>
                <a:gd name="T4" fmla="*/ 0 60000 65536"/>
                <a:gd name="T5" fmla="*/ 0 60000 65536"/>
              </a:gdLst>
              <a:ahLst/>
              <a:cxnLst>
                <a:cxn ang="T4">
                  <a:pos x="T0" y="T1"/>
                </a:cxn>
                <a:cxn ang="T5">
                  <a:pos x="T2" y="T3"/>
                </a:cxn>
              </a:cxnLst>
              <a:rect l="0" t="0" r="r" b="b"/>
              <a:pathLst>
                <a:path w="1280160" h="167639">
                  <a:moveTo>
                    <a:pt x="1280160" y="0"/>
                  </a:moveTo>
                  <a:lnTo>
                    <a:pt x="0" y="167639"/>
                  </a:lnTo>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x-none"/>
            </a:p>
          </p:txBody>
        </p:sp>
      </p:grpSp>
      <p:sp>
        <p:nvSpPr>
          <p:cNvPr id="11" name="object 152">
            <a:extLst>
              <a:ext uri="{FF2B5EF4-FFF2-40B4-BE49-F238E27FC236}">
                <a16:creationId xmlns:a16="http://schemas.microsoft.com/office/drawing/2014/main" xmlns="" id="{670F7C4A-3CEA-6349-8AE5-5D2F7FA4949B}"/>
              </a:ext>
            </a:extLst>
          </p:cNvPr>
          <p:cNvSpPr txBox="1"/>
          <p:nvPr/>
        </p:nvSpPr>
        <p:spPr>
          <a:xfrm>
            <a:off x="2559050" y="2938463"/>
            <a:ext cx="533400" cy="300037"/>
          </a:xfrm>
          <a:prstGeom prst="rect">
            <a:avLst/>
          </a:prstGeom>
        </p:spPr>
        <p:txBody>
          <a:bodyPr lIns="0" tIns="12700" rIns="0" bIns="0">
            <a:spAutoFit/>
          </a:bodyPr>
          <a:lstStyle/>
          <a:p>
            <a:pPr marL="12700" eaLnBrk="1" fontAlgn="auto" hangingPunct="1">
              <a:spcBef>
                <a:spcPts val="100"/>
              </a:spcBef>
              <a:spcAft>
                <a:spcPts val="0"/>
              </a:spcAft>
              <a:defRPr/>
            </a:pPr>
            <a:r>
              <a:rPr b="1" spc="-5" dirty="0">
                <a:latin typeface="Arial"/>
                <a:cs typeface="Arial"/>
              </a:rPr>
              <a:t>U</a:t>
            </a:r>
            <a:r>
              <a:rPr b="1" spc="-15" dirty="0">
                <a:latin typeface="Arial"/>
                <a:cs typeface="Arial"/>
              </a:rPr>
              <a:t>s</a:t>
            </a:r>
            <a:r>
              <a:rPr b="1" spc="-5" dirty="0">
                <a:latin typeface="Arial"/>
                <a:cs typeface="Arial"/>
              </a:rPr>
              <a:t>er</a:t>
            </a:r>
            <a:endParaRPr>
              <a:latin typeface="Arial"/>
              <a:cs typeface="Arial"/>
            </a:endParaRPr>
          </a:p>
        </p:txBody>
      </p:sp>
      <p:sp>
        <p:nvSpPr>
          <p:cNvPr id="58376" name="object 153">
            <a:extLst>
              <a:ext uri="{FF2B5EF4-FFF2-40B4-BE49-F238E27FC236}">
                <a16:creationId xmlns:a16="http://schemas.microsoft.com/office/drawing/2014/main" xmlns="" id="{903A1509-8C22-4266-BB5C-614CD5B92E25}"/>
              </a:ext>
            </a:extLst>
          </p:cNvPr>
          <p:cNvSpPr txBox="1">
            <a:spLocks noChangeArrowheads="1"/>
          </p:cNvSpPr>
          <p:nvPr/>
        </p:nvSpPr>
        <p:spPr bwMode="auto">
          <a:xfrm>
            <a:off x="935038" y="4344988"/>
            <a:ext cx="7272337" cy="1122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12700" rIns="0" bIns="0">
            <a:spAutoFit/>
          </a:bodyPr>
          <a:lstStyle>
            <a:lvl1pPr marL="127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spcBef>
                <a:spcPts val="100"/>
              </a:spcBef>
            </a:pPr>
            <a:r>
              <a:rPr lang="en-US" altLang="en-US" sz="2400" dirty="0">
                <a:latin typeface="Arial" panose="020B0604020202020204" pitchFamily="34" charset="0"/>
                <a:cs typeface="Arial" panose="020B0604020202020204" pitchFamily="34" charset="0"/>
              </a:rPr>
              <a:t>Generally, a use case should embody </a:t>
            </a:r>
            <a:r>
              <a:rPr lang="en-US" altLang="en-US" sz="2400" dirty="0">
                <a:solidFill>
                  <a:srgbClr val="0070C0"/>
                </a:solidFill>
                <a:latin typeface="Arial" panose="020B0604020202020204" pitchFamily="34" charset="0"/>
                <a:cs typeface="Arial" panose="020B0604020202020204" pitchFamily="34" charset="0"/>
              </a:rPr>
              <a:t>sufficient levels  of granularity</a:t>
            </a:r>
            <a:r>
              <a:rPr lang="en-US" altLang="en-US" sz="2400" dirty="0">
                <a:latin typeface="Arial" panose="020B0604020202020204" pitchFamily="34" charset="0"/>
                <a:cs typeface="Arial" panose="020B0604020202020204" pitchFamily="34" charset="0"/>
              </a:rPr>
              <a:t> without which the use case may not be  rendered as useful.</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Case </a:t>
            </a:r>
          </a:p>
        </p:txBody>
      </p:sp>
      <p:sp>
        <p:nvSpPr>
          <p:cNvPr id="3" name="Content Placeholder 2"/>
          <p:cNvSpPr>
            <a:spLocks noGrp="1"/>
          </p:cNvSpPr>
          <p:nvPr>
            <p:ph idx="1"/>
          </p:nvPr>
        </p:nvSpPr>
        <p:spPr>
          <a:xfrm>
            <a:off x="457200" y="1759527"/>
            <a:ext cx="8229600" cy="4525963"/>
          </a:xfrm>
        </p:spPr>
        <p:style>
          <a:lnRef idx="1">
            <a:schemeClr val="dk1"/>
          </a:lnRef>
          <a:fillRef idx="2">
            <a:schemeClr val="dk1"/>
          </a:fillRef>
          <a:effectRef idx="1">
            <a:schemeClr val="dk1"/>
          </a:effectRef>
          <a:fontRef idx="minor">
            <a:schemeClr val="dk1"/>
          </a:fontRef>
        </p:style>
        <p:txBody>
          <a:bodyPr>
            <a:normAutofit fontScale="85000" lnSpcReduction="10000"/>
          </a:bodyPr>
          <a:lstStyle/>
          <a:p>
            <a:pPr marL="0" indent="0" algn="just">
              <a:buNone/>
            </a:pPr>
            <a:r>
              <a:rPr lang="en-US" dirty="0"/>
              <a:t>Consider an online reservation system for a bus company. The bus company includes several buses and manage trips to different cities. Each bus is identified by its plate number and a separately assigned bus number. The trips are based on a predefined schedule and stop at predefined bus stations. Each bus can have only one trip per day. Each bus includes a driver and one hostess. For long trips, the bus will have breaks at service and rest areas. There are two types of trips, normal trips and express trips. Express trips do not stop at intermediate stations and get faster at the destination. Seats can be reserved by customers on the web site of the bus company. The customer has the option to directly pay for the seat through the website. In that case, the seat cannot be cancelled (neither by the customer nor by the bus company). If the customer has not paid for the seat, the bus company can cancel the seat if the customer does not show up one hour before the trip. When the reservation is cancelled, the seat will become free and can be sold to another customer. Both the customer and the company staff must register themselves for performing operations with the system.</a:t>
            </a:r>
          </a:p>
          <a:p>
            <a:pPr algn="just"/>
            <a:endParaRPr lang="en-US" dirty="0"/>
          </a:p>
        </p:txBody>
      </p:sp>
      <p:sp>
        <p:nvSpPr>
          <p:cNvPr id="5" name="Rectangle 4"/>
          <p:cNvSpPr/>
          <p:nvPr/>
        </p:nvSpPr>
        <p:spPr>
          <a:xfrm>
            <a:off x="228600" y="152400"/>
            <a:ext cx="3581400"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Identify Actors</a:t>
            </a:r>
          </a:p>
        </p:txBody>
      </p:sp>
      <p:sp>
        <p:nvSpPr>
          <p:cNvPr id="6" name="Rectangle 5"/>
          <p:cNvSpPr/>
          <p:nvPr/>
        </p:nvSpPr>
        <p:spPr>
          <a:xfrm>
            <a:off x="228600" y="609600"/>
            <a:ext cx="3124200" cy="22860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Driver</a:t>
            </a:r>
          </a:p>
        </p:txBody>
      </p:sp>
      <p:sp>
        <p:nvSpPr>
          <p:cNvPr id="7" name="Rectangle 6"/>
          <p:cNvSpPr/>
          <p:nvPr/>
        </p:nvSpPr>
        <p:spPr>
          <a:xfrm>
            <a:off x="228600" y="838200"/>
            <a:ext cx="3124200" cy="22860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Hostess</a:t>
            </a:r>
          </a:p>
        </p:txBody>
      </p:sp>
      <p:sp>
        <p:nvSpPr>
          <p:cNvPr id="8" name="Rectangle 7"/>
          <p:cNvSpPr/>
          <p:nvPr/>
        </p:nvSpPr>
        <p:spPr>
          <a:xfrm>
            <a:off x="228600" y="1066800"/>
            <a:ext cx="3124200" cy="228600"/>
          </a:xfrm>
          <a:prstGeom prst="rect">
            <a:avLst/>
          </a:prstGeom>
          <a:solidFill>
            <a:srgbClr val="00B050"/>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a:t>Customer</a:t>
            </a:r>
          </a:p>
        </p:txBody>
      </p:sp>
      <p:sp>
        <p:nvSpPr>
          <p:cNvPr id="9" name="Rectangle 8"/>
          <p:cNvSpPr/>
          <p:nvPr/>
        </p:nvSpPr>
        <p:spPr>
          <a:xfrm>
            <a:off x="228600" y="1295400"/>
            <a:ext cx="3124200" cy="228600"/>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Company Staff/ Administrator</a:t>
            </a:r>
          </a:p>
        </p:txBody>
      </p:sp>
      <p:sp>
        <p:nvSpPr>
          <p:cNvPr id="10" name="Rectangle 9"/>
          <p:cNvSpPr/>
          <p:nvPr/>
        </p:nvSpPr>
        <p:spPr>
          <a:xfrm>
            <a:off x="5943600" y="228600"/>
            <a:ext cx="2895600" cy="106680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Driver and hostess cannot be an Actor. Why?</a:t>
            </a:r>
          </a:p>
        </p:txBody>
      </p:sp>
    </p:spTree>
    <p:extLst>
      <p:ext uri="{BB962C8B-B14F-4D97-AF65-F5344CB8AC3E}">
        <p14:creationId xmlns:p14="http://schemas.microsoft.com/office/powerpoint/2010/main" val="4840717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Case </a:t>
            </a:r>
          </a:p>
        </p:txBody>
      </p:sp>
      <p:sp>
        <p:nvSpPr>
          <p:cNvPr id="3" name="Content Placeholder 2"/>
          <p:cNvSpPr>
            <a:spLocks noGrp="1"/>
          </p:cNvSpPr>
          <p:nvPr>
            <p:ph idx="1"/>
          </p:nvPr>
        </p:nvSpPr>
        <p:spPr>
          <a:xfrm>
            <a:off x="457200" y="1833706"/>
            <a:ext cx="8229600" cy="4525963"/>
          </a:xfrm>
        </p:spPr>
        <p:style>
          <a:lnRef idx="1">
            <a:schemeClr val="dk1"/>
          </a:lnRef>
          <a:fillRef idx="2">
            <a:schemeClr val="dk1"/>
          </a:fillRef>
          <a:effectRef idx="1">
            <a:schemeClr val="dk1"/>
          </a:effectRef>
          <a:fontRef idx="minor">
            <a:schemeClr val="dk1"/>
          </a:fontRef>
        </p:style>
        <p:txBody>
          <a:bodyPr>
            <a:normAutofit fontScale="85000" lnSpcReduction="10000"/>
          </a:bodyPr>
          <a:lstStyle/>
          <a:p>
            <a:pPr marL="0" indent="0" algn="just">
              <a:buNone/>
            </a:pPr>
            <a:r>
              <a:rPr lang="en-US" dirty="0"/>
              <a:t>Consider an online reservation system for a bus company. The bus company includes several buses and realizes trips to different cities. Each bus is identified by its plate number and a separately assigned bus number. The trips are based on a predefined schedule and stop at predefined bus stations. Each bus can have only one trip per day. Each bus includes a driver and one hostess. For long trips, the bus will have breaks at service and rest areas. There are two types of trips, normal trips and express trips. Express trips do not stop at intermediate stations and get faster at the destination. Seats can be reserved by customers on the web site of the bus company. The customer has the option to directly pay for the seat through the website. In that case, the seat cannot be cancelled (neither by the customer nor by the bus company). If the customer has not paid for the seat, the bus company can cancel the seat if the customer does not show up one hour before the trip. When the reservation is cancelled, the seat will become free and can be sold to another customer. Both the customer and the company staff must register themselves for performing operations with the system.</a:t>
            </a:r>
          </a:p>
          <a:p>
            <a:pPr algn="just"/>
            <a:endParaRPr lang="en-US" dirty="0"/>
          </a:p>
        </p:txBody>
      </p:sp>
      <p:sp>
        <p:nvSpPr>
          <p:cNvPr id="5" name="Rectangle 4"/>
          <p:cNvSpPr/>
          <p:nvPr/>
        </p:nvSpPr>
        <p:spPr>
          <a:xfrm>
            <a:off x="228600" y="152400"/>
            <a:ext cx="3581400"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Identify Verb / Goal/Use Case</a:t>
            </a:r>
          </a:p>
        </p:txBody>
      </p:sp>
      <p:sp>
        <p:nvSpPr>
          <p:cNvPr id="6" name="Rectangle 5"/>
          <p:cNvSpPr/>
          <p:nvPr/>
        </p:nvSpPr>
        <p:spPr>
          <a:xfrm>
            <a:off x="228600" y="609600"/>
            <a:ext cx="3124200" cy="228600"/>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Reserve Seat</a:t>
            </a:r>
          </a:p>
        </p:txBody>
      </p:sp>
      <p:sp>
        <p:nvSpPr>
          <p:cNvPr id="7" name="Rectangle 6"/>
          <p:cNvSpPr/>
          <p:nvPr/>
        </p:nvSpPr>
        <p:spPr>
          <a:xfrm>
            <a:off x="228600" y="838200"/>
            <a:ext cx="3124200" cy="228600"/>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Pay for the Seat</a:t>
            </a:r>
          </a:p>
        </p:txBody>
      </p:sp>
      <p:sp>
        <p:nvSpPr>
          <p:cNvPr id="8" name="Rectangle 7"/>
          <p:cNvSpPr/>
          <p:nvPr/>
        </p:nvSpPr>
        <p:spPr>
          <a:xfrm>
            <a:off x="228600" y="1066800"/>
            <a:ext cx="3124200" cy="228600"/>
          </a:xfrm>
          <a:prstGeom prst="rect">
            <a:avLst/>
          </a:prstGeom>
          <a:solidFill>
            <a:srgbClr val="00B050"/>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a:t>Cancel Seat</a:t>
            </a:r>
          </a:p>
        </p:txBody>
      </p:sp>
      <p:sp>
        <p:nvSpPr>
          <p:cNvPr id="9" name="Rectangle 8"/>
          <p:cNvSpPr/>
          <p:nvPr/>
        </p:nvSpPr>
        <p:spPr>
          <a:xfrm>
            <a:off x="228600" y="1295400"/>
            <a:ext cx="3124200" cy="228600"/>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Register</a:t>
            </a:r>
          </a:p>
        </p:txBody>
      </p:sp>
      <p:sp>
        <p:nvSpPr>
          <p:cNvPr id="11" name="Rectangle 10"/>
          <p:cNvSpPr/>
          <p:nvPr/>
        </p:nvSpPr>
        <p:spPr>
          <a:xfrm>
            <a:off x="228600" y="1524000"/>
            <a:ext cx="3124200" cy="22860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View Seat</a:t>
            </a:r>
          </a:p>
        </p:txBody>
      </p:sp>
    </p:spTree>
    <p:extLst>
      <p:ext uri="{BB962C8B-B14F-4D97-AF65-F5344CB8AC3E}">
        <p14:creationId xmlns:p14="http://schemas.microsoft.com/office/powerpoint/2010/main" val="3080102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1"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 far what we have done</a:t>
            </a:r>
          </a:p>
        </p:txBody>
      </p:sp>
      <p:sp>
        <p:nvSpPr>
          <p:cNvPr id="3" name="Content Placeholder 2"/>
          <p:cNvSpPr>
            <a:spLocks noGrp="1"/>
          </p:cNvSpPr>
          <p:nvPr>
            <p:ph idx="1"/>
          </p:nvPr>
        </p:nvSpPr>
        <p:spPr/>
        <p:txBody>
          <a:bodyPr>
            <a:normAutofit/>
          </a:bodyPr>
          <a:lstStyle/>
          <a:p>
            <a:r>
              <a:rPr lang="en-US" dirty="0"/>
              <a:t>Actors</a:t>
            </a:r>
          </a:p>
          <a:p>
            <a:pPr lvl="1"/>
            <a:r>
              <a:rPr lang="en-US" dirty="0"/>
              <a:t>Customer</a:t>
            </a:r>
          </a:p>
          <a:p>
            <a:pPr lvl="1"/>
            <a:r>
              <a:rPr lang="en-US" dirty="0"/>
              <a:t>Bus Company Administrator</a:t>
            </a:r>
          </a:p>
          <a:p>
            <a:pPr lvl="1"/>
            <a:endParaRPr lang="en-US" dirty="0"/>
          </a:p>
          <a:p>
            <a:r>
              <a:rPr lang="en-US" dirty="0"/>
              <a:t>Use Cases</a:t>
            </a:r>
          </a:p>
          <a:p>
            <a:pPr lvl="1"/>
            <a:r>
              <a:rPr lang="en-US" dirty="0"/>
              <a:t>Reserve Seat</a:t>
            </a:r>
          </a:p>
          <a:p>
            <a:pPr lvl="1"/>
            <a:r>
              <a:rPr lang="en-US" dirty="0"/>
              <a:t>Pay for the Seat</a:t>
            </a:r>
          </a:p>
          <a:p>
            <a:pPr lvl="1"/>
            <a:r>
              <a:rPr lang="en-US" dirty="0"/>
              <a:t>Cancel Seat</a:t>
            </a:r>
          </a:p>
          <a:p>
            <a:pPr lvl="1"/>
            <a:r>
              <a:rPr lang="en-US" dirty="0"/>
              <a:t>Register</a:t>
            </a:r>
          </a:p>
          <a:p>
            <a:pPr lvl="1"/>
            <a:r>
              <a:rPr lang="en-US" dirty="0"/>
              <a:t>View Seat</a:t>
            </a:r>
          </a:p>
          <a:p>
            <a:pPr lvl="1"/>
            <a:endParaRPr lang="en-US" dirty="0"/>
          </a:p>
          <a:p>
            <a:pPr lvl="1"/>
            <a:endParaRPr lang="en-US" dirty="0"/>
          </a:p>
        </p:txBody>
      </p:sp>
      <p:sp>
        <p:nvSpPr>
          <p:cNvPr id="5" name="Rectangle 4"/>
          <p:cNvSpPr/>
          <p:nvPr/>
        </p:nvSpPr>
        <p:spPr>
          <a:xfrm>
            <a:off x="4256314" y="3581400"/>
            <a:ext cx="4648200" cy="762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Start Making a Use Case Diagram with the identified </a:t>
            </a:r>
            <a:r>
              <a:rPr lang="en-US" dirty="0" err="1"/>
              <a:t>infromation</a:t>
            </a:r>
            <a:endParaRPr lang="en-US" dirty="0"/>
          </a:p>
        </p:txBody>
      </p:sp>
    </p:spTree>
    <p:extLst>
      <p:ext uri="{BB962C8B-B14F-4D97-AF65-F5344CB8AC3E}">
        <p14:creationId xmlns:p14="http://schemas.microsoft.com/office/powerpoint/2010/main" val="32521027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Case </a:t>
            </a:r>
          </a:p>
        </p:txBody>
      </p:sp>
      <p:sp>
        <p:nvSpPr>
          <p:cNvPr id="3" name="Content Placeholder 2"/>
          <p:cNvSpPr>
            <a:spLocks noGrp="1"/>
          </p:cNvSpPr>
          <p:nvPr>
            <p:ph idx="1"/>
          </p:nvPr>
        </p:nvSpPr>
        <p:spPr>
          <a:xfrm>
            <a:off x="484909" y="1752600"/>
            <a:ext cx="8229600" cy="4525963"/>
          </a:xfrm>
        </p:spPr>
        <p:style>
          <a:lnRef idx="1">
            <a:schemeClr val="dk1"/>
          </a:lnRef>
          <a:fillRef idx="2">
            <a:schemeClr val="dk1"/>
          </a:fillRef>
          <a:effectRef idx="1">
            <a:schemeClr val="dk1"/>
          </a:effectRef>
          <a:fontRef idx="minor">
            <a:schemeClr val="dk1"/>
          </a:fontRef>
        </p:style>
        <p:txBody>
          <a:bodyPr>
            <a:normAutofit fontScale="85000" lnSpcReduction="10000"/>
          </a:bodyPr>
          <a:lstStyle/>
          <a:p>
            <a:pPr marL="0" indent="0" algn="just">
              <a:buNone/>
            </a:pPr>
            <a:r>
              <a:rPr lang="en-US" dirty="0"/>
              <a:t>Consider an online </a:t>
            </a:r>
            <a:r>
              <a:rPr lang="en-US" dirty="0">
                <a:solidFill>
                  <a:srgbClr val="FF0000"/>
                </a:solidFill>
              </a:rPr>
              <a:t>reservation</a:t>
            </a:r>
            <a:r>
              <a:rPr lang="en-US" dirty="0"/>
              <a:t> </a:t>
            </a:r>
            <a:r>
              <a:rPr lang="en-US" dirty="0">
                <a:solidFill>
                  <a:srgbClr val="FF0000"/>
                </a:solidFill>
              </a:rPr>
              <a:t>system</a:t>
            </a:r>
            <a:r>
              <a:rPr lang="en-US" dirty="0"/>
              <a:t> for a </a:t>
            </a:r>
            <a:r>
              <a:rPr lang="en-US" dirty="0">
                <a:solidFill>
                  <a:srgbClr val="FF0000"/>
                </a:solidFill>
              </a:rPr>
              <a:t>bus</a:t>
            </a:r>
            <a:r>
              <a:rPr lang="en-US" dirty="0"/>
              <a:t> </a:t>
            </a:r>
            <a:r>
              <a:rPr lang="en-US" dirty="0">
                <a:solidFill>
                  <a:srgbClr val="FF0000"/>
                </a:solidFill>
              </a:rPr>
              <a:t>company</a:t>
            </a:r>
            <a:r>
              <a:rPr lang="en-US" dirty="0"/>
              <a:t>. The bus company includes several buses and realizes trips to different cities. Each bus is identified by its plate number and a separately assigned bus number. The trips are based on a predefined schedule and stop at predefined bus stations. Each bus can have only one trip per day. Each bus includes a driver and one hostess. For long trips, the bus will have breaks at service and rest areas. There are two types of trips, normal trips and express trips. Express trips do not stop at intermediate stations and get faster at the destination</a:t>
            </a:r>
            <a:r>
              <a:rPr lang="en-US" dirty="0">
                <a:solidFill>
                  <a:schemeClr val="accent4"/>
                </a:solidFill>
              </a:rPr>
              <a:t>. </a:t>
            </a:r>
            <a:r>
              <a:rPr lang="en-US" u="sng" dirty="0">
                <a:solidFill>
                  <a:srgbClr val="0070C0"/>
                </a:solidFill>
              </a:rPr>
              <a:t>Seats can be reserved by customers</a:t>
            </a:r>
            <a:r>
              <a:rPr lang="en-US" dirty="0">
                <a:solidFill>
                  <a:srgbClr val="0070C0"/>
                </a:solidFill>
              </a:rPr>
              <a:t> </a:t>
            </a:r>
            <a:r>
              <a:rPr lang="en-US" dirty="0"/>
              <a:t>on the web site of the bus company. The </a:t>
            </a:r>
            <a:r>
              <a:rPr lang="en-US" u="sng" dirty="0">
                <a:solidFill>
                  <a:srgbClr val="0070C0"/>
                </a:solidFill>
              </a:rPr>
              <a:t>customer</a:t>
            </a:r>
            <a:r>
              <a:rPr lang="en-US" dirty="0">
                <a:solidFill>
                  <a:srgbClr val="FFC000"/>
                </a:solidFill>
              </a:rPr>
              <a:t> </a:t>
            </a:r>
            <a:r>
              <a:rPr lang="en-US" dirty="0"/>
              <a:t>has the option to directly </a:t>
            </a:r>
            <a:r>
              <a:rPr lang="en-US" u="sng" dirty="0">
                <a:solidFill>
                  <a:srgbClr val="0070C0"/>
                </a:solidFill>
              </a:rPr>
              <a:t>pay for the seat </a:t>
            </a:r>
            <a:r>
              <a:rPr lang="en-US" dirty="0"/>
              <a:t>through the website. In that case, the </a:t>
            </a:r>
            <a:r>
              <a:rPr lang="en-US" u="sng" dirty="0">
                <a:solidFill>
                  <a:srgbClr val="0070C0"/>
                </a:solidFill>
              </a:rPr>
              <a:t>seat</a:t>
            </a:r>
            <a:r>
              <a:rPr lang="en-US" dirty="0"/>
              <a:t> cannot be </a:t>
            </a:r>
            <a:r>
              <a:rPr lang="en-US" u="sng" dirty="0">
                <a:solidFill>
                  <a:srgbClr val="0070C0"/>
                </a:solidFill>
              </a:rPr>
              <a:t>cancelled</a:t>
            </a:r>
            <a:r>
              <a:rPr lang="en-US" dirty="0"/>
              <a:t> (neither by the </a:t>
            </a:r>
            <a:r>
              <a:rPr lang="en-US" u="sng" dirty="0">
                <a:solidFill>
                  <a:srgbClr val="0070C0"/>
                </a:solidFill>
              </a:rPr>
              <a:t>customer</a:t>
            </a:r>
            <a:r>
              <a:rPr lang="en-US" dirty="0"/>
              <a:t> nor by the </a:t>
            </a:r>
            <a:r>
              <a:rPr lang="en-US" u="sng" dirty="0">
                <a:solidFill>
                  <a:srgbClr val="0070C0"/>
                </a:solidFill>
              </a:rPr>
              <a:t>bus</a:t>
            </a:r>
            <a:r>
              <a:rPr lang="en-US" dirty="0"/>
              <a:t> </a:t>
            </a:r>
            <a:r>
              <a:rPr lang="en-US" u="sng" dirty="0">
                <a:solidFill>
                  <a:srgbClr val="0070C0"/>
                </a:solidFill>
              </a:rPr>
              <a:t>company</a:t>
            </a:r>
            <a:r>
              <a:rPr lang="en-US" dirty="0"/>
              <a:t>). If the customer has not paid for the seat, the </a:t>
            </a:r>
            <a:r>
              <a:rPr lang="en-US" u="sng" dirty="0">
                <a:solidFill>
                  <a:srgbClr val="0070C0"/>
                </a:solidFill>
              </a:rPr>
              <a:t>bus company can cancel the seat </a:t>
            </a:r>
            <a:r>
              <a:rPr lang="en-US" dirty="0"/>
              <a:t>if the customer does not show up one hour before the trip. When the reservation is cancelled, the seat will become free and can be sold to another customer. Both the </a:t>
            </a:r>
            <a:r>
              <a:rPr lang="en-US" u="sng" dirty="0">
                <a:solidFill>
                  <a:srgbClr val="0070C0"/>
                </a:solidFill>
              </a:rPr>
              <a:t>customer and the company staff must register </a:t>
            </a:r>
            <a:r>
              <a:rPr lang="en-US" dirty="0"/>
              <a:t>themselves for performing operations with the system.</a:t>
            </a:r>
          </a:p>
          <a:p>
            <a:pPr algn="just"/>
            <a:endParaRPr lang="en-US" dirty="0"/>
          </a:p>
        </p:txBody>
      </p:sp>
      <p:sp>
        <p:nvSpPr>
          <p:cNvPr id="5" name="Rectangle 4"/>
          <p:cNvSpPr/>
          <p:nvPr/>
        </p:nvSpPr>
        <p:spPr>
          <a:xfrm>
            <a:off x="228600" y="152400"/>
            <a:ext cx="3810000"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Actor Goals?</a:t>
            </a:r>
          </a:p>
        </p:txBody>
      </p:sp>
      <p:sp>
        <p:nvSpPr>
          <p:cNvPr id="6" name="Rectangle 5"/>
          <p:cNvSpPr/>
          <p:nvPr/>
        </p:nvSpPr>
        <p:spPr>
          <a:xfrm>
            <a:off x="228600" y="609600"/>
            <a:ext cx="3810000" cy="228600"/>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Customer Reserves the Seat</a:t>
            </a:r>
          </a:p>
        </p:txBody>
      </p:sp>
      <p:sp>
        <p:nvSpPr>
          <p:cNvPr id="7" name="Rectangle 6"/>
          <p:cNvSpPr/>
          <p:nvPr/>
        </p:nvSpPr>
        <p:spPr>
          <a:xfrm>
            <a:off x="228600" y="838200"/>
            <a:ext cx="3810000" cy="228600"/>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Customer Pays for the Seat</a:t>
            </a:r>
          </a:p>
        </p:txBody>
      </p:sp>
      <p:sp>
        <p:nvSpPr>
          <p:cNvPr id="8" name="Rectangle 7"/>
          <p:cNvSpPr/>
          <p:nvPr/>
        </p:nvSpPr>
        <p:spPr>
          <a:xfrm>
            <a:off x="228600" y="1066800"/>
            <a:ext cx="3810000" cy="228600"/>
          </a:xfrm>
          <a:prstGeom prst="rect">
            <a:avLst/>
          </a:prstGeom>
          <a:solidFill>
            <a:srgbClr val="00B050"/>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a:t>Customer &amp; Admin Cancels the Seat</a:t>
            </a:r>
          </a:p>
        </p:txBody>
      </p:sp>
      <p:sp>
        <p:nvSpPr>
          <p:cNvPr id="9" name="Rectangle 8"/>
          <p:cNvSpPr/>
          <p:nvPr/>
        </p:nvSpPr>
        <p:spPr>
          <a:xfrm>
            <a:off x="228600" y="1295400"/>
            <a:ext cx="3810000" cy="228600"/>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Customer &amp; Admin must Register</a:t>
            </a:r>
          </a:p>
        </p:txBody>
      </p:sp>
      <p:sp>
        <p:nvSpPr>
          <p:cNvPr id="11" name="Rectangle 10"/>
          <p:cNvSpPr/>
          <p:nvPr/>
        </p:nvSpPr>
        <p:spPr>
          <a:xfrm>
            <a:off x="228600" y="1524000"/>
            <a:ext cx="3810000" cy="22860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Customer &amp; Admin can View the Seat</a:t>
            </a:r>
          </a:p>
        </p:txBody>
      </p:sp>
      <p:sp>
        <p:nvSpPr>
          <p:cNvPr id="12" name="Rectangle 11"/>
          <p:cNvSpPr/>
          <p:nvPr/>
        </p:nvSpPr>
        <p:spPr>
          <a:xfrm>
            <a:off x="5334000" y="152400"/>
            <a:ext cx="3668486" cy="1295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Complete the Use Case Diagram</a:t>
            </a:r>
          </a:p>
        </p:txBody>
      </p:sp>
    </p:spTree>
    <p:extLst>
      <p:ext uri="{BB962C8B-B14F-4D97-AF65-F5344CB8AC3E}">
        <p14:creationId xmlns:p14="http://schemas.microsoft.com/office/powerpoint/2010/main" val="40080214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1" grpId="0" animBg="1"/>
      <p:bldP spid="12"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One Possible Solution for the Case</a:t>
            </a:r>
          </a:p>
        </p:txBody>
      </p:sp>
      <p:sp>
        <p:nvSpPr>
          <p:cNvPr id="5" name="Rectangle 4"/>
          <p:cNvSpPr/>
          <p:nvPr/>
        </p:nvSpPr>
        <p:spPr>
          <a:xfrm>
            <a:off x="2976196" y="1740977"/>
            <a:ext cx="3200400" cy="44958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p:cNvSpPr/>
          <p:nvPr/>
        </p:nvSpPr>
        <p:spPr>
          <a:xfrm>
            <a:off x="3848100" y="5309242"/>
            <a:ext cx="1447800" cy="59871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t>View Seats</a:t>
            </a:r>
          </a:p>
        </p:txBody>
      </p:sp>
      <p:sp>
        <p:nvSpPr>
          <p:cNvPr id="8" name="Oval 7"/>
          <p:cNvSpPr/>
          <p:nvPr/>
        </p:nvSpPr>
        <p:spPr>
          <a:xfrm>
            <a:off x="3848100" y="4544151"/>
            <a:ext cx="1447800" cy="59871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t>Register</a:t>
            </a:r>
          </a:p>
        </p:txBody>
      </p:sp>
      <p:sp>
        <p:nvSpPr>
          <p:cNvPr id="9" name="Oval 8"/>
          <p:cNvSpPr/>
          <p:nvPr/>
        </p:nvSpPr>
        <p:spPr>
          <a:xfrm>
            <a:off x="3848100" y="2344288"/>
            <a:ext cx="1447800" cy="59871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t>Reserve Seat</a:t>
            </a:r>
          </a:p>
        </p:txBody>
      </p:sp>
      <p:sp>
        <p:nvSpPr>
          <p:cNvPr id="10" name="Oval 9"/>
          <p:cNvSpPr/>
          <p:nvPr/>
        </p:nvSpPr>
        <p:spPr>
          <a:xfrm>
            <a:off x="3850821" y="3795140"/>
            <a:ext cx="1447800" cy="59871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t>Cancel Seat</a:t>
            </a:r>
          </a:p>
        </p:txBody>
      </p:sp>
      <p:sp>
        <p:nvSpPr>
          <p:cNvPr id="11" name="Oval 10"/>
          <p:cNvSpPr/>
          <p:nvPr/>
        </p:nvSpPr>
        <p:spPr>
          <a:xfrm>
            <a:off x="3851345" y="3069714"/>
            <a:ext cx="1447800" cy="59871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t>Pay for Seat</a:t>
            </a:r>
          </a:p>
        </p:txBody>
      </p:sp>
      <p:pic>
        <p:nvPicPr>
          <p:cNvPr id="3074" name="Picture 2" descr="C:\Users\syed.fawad\AppData\Local\Microsoft\Windows\Temporary Internet Files\Content.IE5\20NFULYX\UML_Actor[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0" y="2572997"/>
            <a:ext cx="476250" cy="1066800"/>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2" descr="C:\Users\syed.fawad\AppData\Local\Microsoft\Windows\Temporary Internet Files\Content.IE5\20NFULYX\UML_Actor[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0" y="3974068"/>
            <a:ext cx="476250" cy="1066800"/>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p:cNvSpPr txBox="1"/>
          <p:nvPr/>
        </p:nvSpPr>
        <p:spPr>
          <a:xfrm>
            <a:off x="1528396" y="3379690"/>
            <a:ext cx="1295400" cy="369332"/>
          </a:xfrm>
          <a:prstGeom prst="rect">
            <a:avLst/>
          </a:prstGeom>
          <a:solidFill>
            <a:schemeClr val="bg1"/>
          </a:solidFill>
        </p:spPr>
        <p:txBody>
          <a:bodyPr wrap="square" rtlCol="0">
            <a:spAutoFit/>
          </a:bodyPr>
          <a:lstStyle/>
          <a:p>
            <a:r>
              <a:rPr lang="en-US" dirty="0"/>
              <a:t>Customer</a:t>
            </a:r>
          </a:p>
        </p:txBody>
      </p:sp>
      <p:sp>
        <p:nvSpPr>
          <p:cNvPr id="15" name="TextBox 14"/>
          <p:cNvSpPr txBox="1"/>
          <p:nvPr/>
        </p:nvSpPr>
        <p:spPr>
          <a:xfrm>
            <a:off x="1280746" y="4855839"/>
            <a:ext cx="1543050" cy="646331"/>
          </a:xfrm>
          <a:prstGeom prst="rect">
            <a:avLst/>
          </a:prstGeom>
          <a:solidFill>
            <a:schemeClr val="bg1"/>
          </a:solidFill>
        </p:spPr>
        <p:txBody>
          <a:bodyPr wrap="square" rtlCol="0">
            <a:spAutoFit/>
          </a:bodyPr>
          <a:lstStyle/>
          <a:p>
            <a:pPr algn="ctr"/>
            <a:r>
              <a:rPr lang="en-US" dirty="0"/>
              <a:t>Bus Company Admin</a:t>
            </a:r>
          </a:p>
        </p:txBody>
      </p:sp>
      <p:cxnSp>
        <p:nvCxnSpPr>
          <p:cNvPr id="16" name="Straight Connector 15"/>
          <p:cNvCxnSpPr>
            <a:stCxn id="3074" idx="3"/>
            <a:endCxn id="8" idx="2"/>
          </p:cNvCxnSpPr>
          <p:nvPr/>
        </p:nvCxnSpPr>
        <p:spPr>
          <a:xfrm>
            <a:off x="2305050" y="3106397"/>
            <a:ext cx="1543050" cy="1737111"/>
          </a:xfrm>
          <a:prstGeom prst="line">
            <a:avLst/>
          </a:prstGeom>
          <a:ln/>
        </p:spPr>
        <p:style>
          <a:lnRef idx="1">
            <a:schemeClr val="dk1"/>
          </a:lnRef>
          <a:fillRef idx="0">
            <a:schemeClr val="dk1"/>
          </a:fillRef>
          <a:effectRef idx="0">
            <a:schemeClr val="dk1"/>
          </a:effectRef>
          <a:fontRef idx="minor">
            <a:schemeClr val="tx1"/>
          </a:fontRef>
        </p:style>
      </p:cxnSp>
      <p:cxnSp>
        <p:nvCxnSpPr>
          <p:cNvPr id="19" name="Straight Connector 18"/>
          <p:cNvCxnSpPr>
            <a:stCxn id="13" idx="3"/>
            <a:endCxn id="8" idx="2"/>
          </p:cNvCxnSpPr>
          <p:nvPr/>
        </p:nvCxnSpPr>
        <p:spPr>
          <a:xfrm>
            <a:off x="2305050" y="4507468"/>
            <a:ext cx="1543050" cy="336040"/>
          </a:xfrm>
          <a:prstGeom prst="line">
            <a:avLst/>
          </a:prstGeom>
          <a:ln/>
        </p:spPr>
        <p:style>
          <a:lnRef idx="1">
            <a:schemeClr val="dk1"/>
          </a:lnRef>
          <a:fillRef idx="0">
            <a:schemeClr val="dk1"/>
          </a:fillRef>
          <a:effectRef idx="0">
            <a:schemeClr val="dk1"/>
          </a:effectRef>
          <a:fontRef idx="minor">
            <a:schemeClr val="tx1"/>
          </a:fontRef>
        </p:style>
      </p:cxnSp>
      <p:cxnSp>
        <p:nvCxnSpPr>
          <p:cNvPr id="23" name="Straight Connector 22"/>
          <p:cNvCxnSpPr>
            <a:stCxn id="3074" idx="3"/>
            <a:endCxn id="7" idx="2"/>
          </p:cNvCxnSpPr>
          <p:nvPr/>
        </p:nvCxnSpPr>
        <p:spPr>
          <a:xfrm>
            <a:off x="2305050" y="3106397"/>
            <a:ext cx="1543050" cy="2502202"/>
          </a:xfrm>
          <a:prstGeom prst="line">
            <a:avLst/>
          </a:prstGeom>
          <a:ln/>
        </p:spPr>
        <p:style>
          <a:lnRef idx="1">
            <a:schemeClr val="dk1"/>
          </a:lnRef>
          <a:fillRef idx="0">
            <a:schemeClr val="dk1"/>
          </a:fillRef>
          <a:effectRef idx="0">
            <a:schemeClr val="dk1"/>
          </a:effectRef>
          <a:fontRef idx="minor">
            <a:schemeClr val="tx1"/>
          </a:fontRef>
        </p:style>
      </p:cxnSp>
      <p:cxnSp>
        <p:nvCxnSpPr>
          <p:cNvPr id="25" name="Straight Connector 24"/>
          <p:cNvCxnSpPr>
            <a:stCxn id="13" idx="3"/>
            <a:endCxn id="7" idx="2"/>
          </p:cNvCxnSpPr>
          <p:nvPr/>
        </p:nvCxnSpPr>
        <p:spPr>
          <a:xfrm>
            <a:off x="2305050" y="4507468"/>
            <a:ext cx="1543050" cy="1101131"/>
          </a:xfrm>
          <a:prstGeom prst="line">
            <a:avLst/>
          </a:prstGeom>
          <a:ln/>
        </p:spPr>
        <p:style>
          <a:lnRef idx="1">
            <a:schemeClr val="dk1"/>
          </a:lnRef>
          <a:fillRef idx="0">
            <a:schemeClr val="dk1"/>
          </a:fillRef>
          <a:effectRef idx="0">
            <a:schemeClr val="dk1"/>
          </a:effectRef>
          <a:fontRef idx="minor">
            <a:schemeClr val="tx1"/>
          </a:fontRef>
        </p:style>
      </p:cxnSp>
      <p:cxnSp>
        <p:nvCxnSpPr>
          <p:cNvPr id="27" name="Straight Connector 26"/>
          <p:cNvCxnSpPr>
            <a:stCxn id="3074" idx="3"/>
            <a:endCxn id="9" idx="2"/>
          </p:cNvCxnSpPr>
          <p:nvPr/>
        </p:nvCxnSpPr>
        <p:spPr>
          <a:xfrm flipV="1">
            <a:off x="2305050" y="2643645"/>
            <a:ext cx="1543050" cy="462752"/>
          </a:xfrm>
          <a:prstGeom prst="line">
            <a:avLst/>
          </a:prstGeom>
          <a:ln/>
        </p:spPr>
        <p:style>
          <a:lnRef idx="1">
            <a:schemeClr val="dk1"/>
          </a:lnRef>
          <a:fillRef idx="0">
            <a:schemeClr val="dk1"/>
          </a:fillRef>
          <a:effectRef idx="0">
            <a:schemeClr val="dk1"/>
          </a:effectRef>
          <a:fontRef idx="minor">
            <a:schemeClr val="tx1"/>
          </a:fontRef>
        </p:style>
      </p:cxnSp>
      <p:cxnSp>
        <p:nvCxnSpPr>
          <p:cNvPr id="29" name="Straight Connector 28"/>
          <p:cNvCxnSpPr>
            <a:cxnSpLocks/>
            <a:stCxn id="3074" idx="3"/>
          </p:cNvCxnSpPr>
          <p:nvPr/>
        </p:nvCxnSpPr>
        <p:spPr>
          <a:xfrm>
            <a:off x="2305050" y="3106397"/>
            <a:ext cx="1545771" cy="951417"/>
          </a:xfrm>
          <a:prstGeom prst="line">
            <a:avLst/>
          </a:prstGeom>
          <a:ln/>
        </p:spPr>
        <p:style>
          <a:lnRef idx="1">
            <a:schemeClr val="dk1"/>
          </a:lnRef>
          <a:fillRef idx="0">
            <a:schemeClr val="dk1"/>
          </a:fillRef>
          <a:effectRef idx="0">
            <a:schemeClr val="dk1"/>
          </a:effectRef>
          <a:fontRef idx="minor">
            <a:schemeClr val="tx1"/>
          </a:fontRef>
        </p:style>
      </p:cxnSp>
      <p:cxnSp>
        <p:nvCxnSpPr>
          <p:cNvPr id="31" name="Straight Connector 30"/>
          <p:cNvCxnSpPr>
            <a:stCxn id="3074" idx="3"/>
            <a:endCxn id="11" idx="2"/>
          </p:cNvCxnSpPr>
          <p:nvPr/>
        </p:nvCxnSpPr>
        <p:spPr>
          <a:xfrm>
            <a:off x="2305050" y="3106397"/>
            <a:ext cx="1546295" cy="262674"/>
          </a:xfrm>
          <a:prstGeom prst="line">
            <a:avLst/>
          </a:prstGeom>
          <a:ln/>
        </p:spPr>
        <p:style>
          <a:lnRef idx="1">
            <a:schemeClr val="dk1"/>
          </a:lnRef>
          <a:fillRef idx="0">
            <a:schemeClr val="dk1"/>
          </a:fillRef>
          <a:effectRef idx="0">
            <a:schemeClr val="dk1"/>
          </a:effectRef>
          <a:fontRef idx="minor">
            <a:schemeClr val="tx1"/>
          </a:fontRef>
        </p:style>
      </p:cxnSp>
      <p:sp>
        <p:nvSpPr>
          <p:cNvPr id="32" name="TextBox 31"/>
          <p:cNvSpPr txBox="1"/>
          <p:nvPr/>
        </p:nvSpPr>
        <p:spPr>
          <a:xfrm>
            <a:off x="3276600" y="1784096"/>
            <a:ext cx="2590800" cy="369332"/>
          </a:xfrm>
          <a:prstGeom prst="rect">
            <a:avLst/>
          </a:prstGeom>
          <a:noFill/>
        </p:spPr>
        <p:txBody>
          <a:bodyPr wrap="square" rtlCol="0">
            <a:spAutoFit/>
          </a:bodyPr>
          <a:lstStyle/>
          <a:p>
            <a:pPr algn="ctr"/>
            <a:r>
              <a:rPr lang="en-US" b="1" dirty="0"/>
              <a:t>Bus Reservation System</a:t>
            </a:r>
          </a:p>
        </p:txBody>
      </p:sp>
      <p:cxnSp>
        <p:nvCxnSpPr>
          <p:cNvPr id="3" name="Straight Connector 2">
            <a:extLst>
              <a:ext uri="{FF2B5EF4-FFF2-40B4-BE49-F238E27FC236}">
                <a16:creationId xmlns:a16="http://schemas.microsoft.com/office/drawing/2014/main" xmlns="" id="{7CCAB9B7-1293-A5E1-472E-8730E4248D19}"/>
              </a:ext>
            </a:extLst>
          </p:cNvPr>
          <p:cNvCxnSpPr>
            <a:cxnSpLocks/>
            <a:stCxn id="13" idx="3"/>
            <a:endCxn id="10" idx="2"/>
          </p:cNvCxnSpPr>
          <p:nvPr/>
        </p:nvCxnSpPr>
        <p:spPr>
          <a:xfrm flipV="1">
            <a:off x="2305050" y="4094497"/>
            <a:ext cx="1545771" cy="412971"/>
          </a:xfrm>
          <a:prstGeom prst="line">
            <a:avLst/>
          </a:prstGeom>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73337711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36C5257-E474-4D95-A8BF-4C6079BFB5BB}"/>
              </a:ext>
            </a:extLst>
          </p:cNvPr>
          <p:cNvSpPr>
            <a:spLocks noGrp="1"/>
          </p:cNvSpPr>
          <p:nvPr>
            <p:ph type="title"/>
          </p:nvPr>
        </p:nvSpPr>
        <p:spPr/>
        <p:txBody>
          <a:bodyPr/>
          <a:lstStyle/>
          <a:p>
            <a:r>
              <a:rPr lang="en-US" dirty="0"/>
              <a:t>Case Study: Point of Sale terminal</a:t>
            </a:r>
            <a:endParaRPr lang="x-none" dirty="0"/>
          </a:p>
        </p:txBody>
      </p:sp>
      <p:pic>
        <p:nvPicPr>
          <p:cNvPr id="4" name="Picture 3">
            <a:extLst>
              <a:ext uri="{FF2B5EF4-FFF2-40B4-BE49-F238E27FC236}">
                <a16:creationId xmlns:a16="http://schemas.microsoft.com/office/drawing/2014/main" xmlns="" id="{F42E31FA-8139-4679-B4D7-991812F14E2C}"/>
              </a:ext>
            </a:extLst>
          </p:cNvPr>
          <p:cNvPicPr>
            <a:picLocks noChangeAspect="1"/>
          </p:cNvPicPr>
          <p:nvPr/>
        </p:nvPicPr>
        <p:blipFill>
          <a:blip r:embed="rId2"/>
          <a:stretch>
            <a:fillRect/>
          </a:stretch>
        </p:blipFill>
        <p:spPr>
          <a:xfrm>
            <a:off x="2171700" y="2171700"/>
            <a:ext cx="4800600" cy="3200400"/>
          </a:xfrm>
          <a:prstGeom prst="rect">
            <a:avLst/>
          </a:prstGeom>
        </p:spPr>
      </p:pic>
    </p:spTree>
    <p:extLst>
      <p:ext uri="{BB962C8B-B14F-4D97-AF65-F5344CB8AC3E}">
        <p14:creationId xmlns:p14="http://schemas.microsoft.com/office/powerpoint/2010/main" val="16977863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36C5257-E474-4D95-A8BF-4C6079BFB5BB}"/>
              </a:ext>
            </a:extLst>
          </p:cNvPr>
          <p:cNvSpPr>
            <a:spLocks noGrp="1"/>
          </p:cNvSpPr>
          <p:nvPr>
            <p:ph type="title"/>
          </p:nvPr>
        </p:nvSpPr>
        <p:spPr/>
        <p:txBody>
          <a:bodyPr/>
          <a:lstStyle/>
          <a:p>
            <a:r>
              <a:rPr lang="en-US" dirty="0"/>
              <a:t>Case Study: Point of Sale terminal</a:t>
            </a:r>
            <a:endParaRPr lang="x-none" dirty="0"/>
          </a:p>
        </p:txBody>
      </p:sp>
      <p:sp>
        <p:nvSpPr>
          <p:cNvPr id="3" name="Content Placeholder 2">
            <a:extLst>
              <a:ext uri="{FF2B5EF4-FFF2-40B4-BE49-F238E27FC236}">
                <a16:creationId xmlns:a16="http://schemas.microsoft.com/office/drawing/2014/main" xmlns="" id="{52CB4AB2-50F2-47D1-A0F0-D05505218C62}"/>
              </a:ext>
            </a:extLst>
          </p:cNvPr>
          <p:cNvSpPr>
            <a:spLocks noGrp="1"/>
          </p:cNvSpPr>
          <p:nvPr>
            <p:ph idx="1"/>
          </p:nvPr>
        </p:nvSpPr>
        <p:spPr>
          <a:xfrm>
            <a:off x="457200" y="1417638"/>
            <a:ext cx="8229600" cy="4708525"/>
          </a:xfrm>
        </p:spPr>
        <p:txBody>
          <a:bodyPr/>
          <a:lstStyle/>
          <a:p>
            <a:r>
              <a:rPr lang="en-US" dirty="0"/>
              <a:t>Process Sale: </a:t>
            </a:r>
          </a:p>
          <a:p>
            <a:pPr lvl="1"/>
            <a:r>
              <a:rPr lang="en-US" dirty="0"/>
              <a:t>A customer arrives at a checkout with items to purchase. </a:t>
            </a:r>
          </a:p>
          <a:p>
            <a:pPr lvl="1"/>
            <a:r>
              <a:rPr lang="en-US" dirty="0"/>
              <a:t>The cashier uses the POS system to record each purchased item. </a:t>
            </a:r>
          </a:p>
          <a:p>
            <a:pPr lvl="1"/>
            <a:r>
              <a:rPr lang="en-US" dirty="0"/>
              <a:t>The system presents a running total and line-item details. </a:t>
            </a:r>
          </a:p>
          <a:p>
            <a:pPr lvl="1"/>
            <a:r>
              <a:rPr lang="en-US" dirty="0"/>
              <a:t>The customer enters payment information, which the system validates and records. </a:t>
            </a:r>
          </a:p>
          <a:p>
            <a:pPr lvl="1"/>
            <a:r>
              <a:rPr lang="en-US" dirty="0"/>
              <a:t>The system updates inventory. </a:t>
            </a:r>
          </a:p>
          <a:p>
            <a:pPr lvl="1"/>
            <a:r>
              <a:rPr lang="en-US" dirty="0"/>
              <a:t>The customer receives a receipt from the system and then leaves with the items.</a:t>
            </a:r>
            <a:endParaRPr lang="x-none" dirty="0"/>
          </a:p>
        </p:txBody>
      </p:sp>
    </p:spTree>
    <p:extLst>
      <p:ext uri="{BB962C8B-B14F-4D97-AF65-F5344CB8AC3E}">
        <p14:creationId xmlns:p14="http://schemas.microsoft.com/office/powerpoint/2010/main" val="307263535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FF54396-E32D-48D8-84C2-3B280DF1D8F0}"/>
              </a:ext>
            </a:extLst>
          </p:cNvPr>
          <p:cNvSpPr>
            <a:spLocks noGrp="1"/>
          </p:cNvSpPr>
          <p:nvPr>
            <p:ph type="title"/>
          </p:nvPr>
        </p:nvSpPr>
        <p:spPr/>
        <p:txBody>
          <a:bodyPr/>
          <a:lstStyle/>
          <a:p>
            <a:r>
              <a:rPr lang="en-US" dirty="0"/>
              <a:t>Recall: Procedure to Find Use Cases</a:t>
            </a:r>
            <a:endParaRPr lang="x-none" dirty="0"/>
          </a:p>
        </p:txBody>
      </p:sp>
      <p:sp>
        <p:nvSpPr>
          <p:cNvPr id="83973" name="Slide Number Placeholder 4"/>
          <p:cNvSpPr>
            <a:spLocks noGrp="1"/>
          </p:cNvSpPr>
          <p:nvPr>
            <p:ph type="sldNum" sz="quarter" idx="4294967295"/>
          </p:nvPr>
        </p:nvSpPr>
        <p:spPr bwMode="auto">
          <a:xfrm>
            <a:off x="7086600" y="4767263"/>
            <a:ext cx="2057400" cy="274637"/>
          </a:xfrm>
          <a:prstGeom prst="rect">
            <a:avLst/>
          </a:prstGeom>
          <a:noFill/>
          <a:ln>
            <a:miter lim="800000"/>
            <a:headEnd/>
            <a:tailEnd/>
          </a:ln>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nSpc>
                <a:spcPct val="80000"/>
              </a:lnSpc>
            </a:pPr>
            <a:fld id="{EBE0FE9D-8038-A24C-A20E-1E82975F543B}" type="slidenum">
              <a:rPr lang="x-none" smtClean="0"/>
              <a:pPr>
                <a:lnSpc>
                  <a:spcPct val="80000"/>
                </a:lnSpc>
              </a:pPr>
              <a:t>40</a:t>
            </a:fld>
            <a:endParaRPr lang="en-US"/>
          </a:p>
        </p:txBody>
      </p:sp>
      <p:graphicFrame>
        <p:nvGraphicFramePr>
          <p:cNvPr id="6" name="Diagram 5"/>
          <p:cNvGraphicFramePr/>
          <p:nvPr>
            <p:extLst>
              <p:ext uri="{D42A27DB-BD31-4B8C-83A1-F6EECF244321}">
                <p14:modId xmlns:p14="http://schemas.microsoft.com/office/powerpoint/2010/main" val="1088817184"/>
              </p:ext>
            </p:extLst>
          </p:nvPr>
        </p:nvGraphicFramePr>
        <p:xfrm>
          <a:off x="1104900" y="1417638"/>
          <a:ext cx="6934200" cy="528796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3"/>
          <p:cNvSpPr>
            <a:spLocks noGrp="1" noChangeArrowheads="1"/>
          </p:cNvSpPr>
          <p:nvPr>
            <p:ph type="title"/>
          </p:nvPr>
        </p:nvSpPr>
        <p:spPr/>
        <p:txBody>
          <a:bodyPr/>
          <a:lstStyle/>
          <a:p>
            <a:r>
              <a:rPr lang="en-US" dirty="0"/>
              <a:t>Step 1: Choosing the System Boundary</a:t>
            </a:r>
          </a:p>
        </p:txBody>
      </p:sp>
      <p:sp>
        <p:nvSpPr>
          <p:cNvPr id="135170" name="Rectangle 2"/>
          <p:cNvSpPr>
            <a:spLocks noGrp="1" noChangeArrowheads="1"/>
          </p:cNvSpPr>
          <p:nvPr>
            <p:ph idx="1"/>
          </p:nvPr>
        </p:nvSpPr>
        <p:spPr/>
        <p:txBody>
          <a:bodyPr/>
          <a:lstStyle/>
          <a:p>
            <a:pPr>
              <a:lnSpc>
                <a:spcPct val="90000"/>
              </a:lnSpc>
              <a:buSzTx/>
            </a:pPr>
            <a:r>
              <a:rPr lang="en-US" sz="1800" dirty="0">
                <a:solidFill>
                  <a:srgbClr val="0000FF"/>
                </a:solidFill>
                <a:ea typeface="ＭＳ Ｐゴシック" pitchFamily="34" charset="-128"/>
              </a:rPr>
              <a:t> </a:t>
            </a:r>
            <a:r>
              <a:rPr lang="en-US" dirty="0">
                <a:solidFill>
                  <a:srgbClr val="0000FF"/>
                </a:solidFill>
                <a:ea typeface="ＭＳ Ｐゴシック" pitchFamily="34" charset="-128"/>
              </a:rPr>
              <a:t>POS system itself</a:t>
            </a:r>
            <a:r>
              <a:rPr lang="en-US" dirty="0">
                <a:ea typeface="ＭＳ Ｐゴシック" pitchFamily="34" charset="-128"/>
              </a:rPr>
              <a:t> is the </a:t>
            </a:r>
            <a:r>
              <a:rPr lang="en-US" dirty="0">
                <a:solidFill>
                  <a:srgbClr val="0000FF"/>
                </a:solidFill>
                <a:ea typeface="ＭＳ Ｐゴシック" pitchFamily="34" charset="-128"/>
              </a:rPr>
              <a:t>System Boundary</a:t>
            </a:r>
            <a:r>
              <a:rPr lang="en-US" dirty="0">
                <a:ea typeface="ＭＳ Ｐゴシック" pitchFamily="34" charset="-128"/>
              </a:rPr>
              <a:t>; </a:t>
            </a:r>
          </a:p>
          <a:p>
            <a:pPr lvl="1">
              <a:lnSpc>
                <a:spcPct val="90000"/>
              </a:lnSpc>
              <a:buFont typeface="Arial" panose="020B0604020202020204" pitchFamily="34" charset="0"/>
              <a:buChar char="•"/>
            </a:pPr>
            <a:r>
              <a:rPr lang="en-US" sz="2000" dirty="0">
                <a:ea typeface="ＭＳ Ｐゴシック" pitchFamily="34" charset="-128"/>
              </a:rPr>
              <a:t>every-thing outside of it is </a:t>
            </a:r>
            <a:r>
              <a:rPr lang="en-US" sz="2000" dirty="0">
                <a:solidFill>
                  <a:srgbClr val="0000FF"/>
                </a:solidFill>
                <a:ea typeface="ＭＳ Ｐゴシック" pitchFamily="34" charset="-128"/>
              </a:rPr>
              <a:t>outside the system boundary</a:t>
            </a:r>
            <a:r>
              <a:rPr lang="en-US" sz="2000" dirty="0">
                <a:ea typeface="ＭＳ Ｐゴシック" pitchFamily="34" charset="-128"/>
              </a:rPr>
              <a:t>, including the </a:t>
            </a:r>
            <a:r>
              <a:rPr lang="en-US" sz="2000" dirty="0">
                <a:solidFill>
                  <a:srgbClr val="0000FF"/>
                </a:solidFill>
                <a:ea typeface="ＭＳ Ｐゴシック" pitchFamily="34" charset="-128"/>
              </a:rPr>
              <a:t>cashier</a:t>
            </a:r>
            <a:r>
              <a:rPr lang="en-US" sz="2000" dirty="0">
                <a:ea typeface="ＭＳ Ｐゴシック" pitchFamily="34" charset="-128"/>
              </a:rPr>
              <a:t>, </a:t>
            </a:r>
            <a:r>
              <a:rPr lang="en-US" sz="2000" dirty="0">
                <a:solidFill>
                  <a:srgbClr val="0000FF"/>
                </a:solidFill>
                <a:ea typeface="ＭＳ Ｐゴシック" pitchFamily="34" charset="-128"/>
              </a:rPr>
              <a:t>payment authorization services</a:t>
            </a:r>
            <a:r>
              <a:rPr lang="en-US" sz="2000" dirty="0">
                <a:ea typeface="ＭＳ Ｐゴシック" pitchFamily="34" charset="-128"/>
              </a:rPr>
              <a:t>, and so on.</a:t>
            </a:r>
          </a:p>
          <a:p>
            <a:pPr>
              <a:lnSpc>
                <a:spcPct val="90000"/>
              </a:lnSpc>
              <a:buSzTx/>
            </a:pPr>
            <a:endParaRPr lang="en-US" dirty="0">
              <a:ea typeface="ＭＳ Ｐゴシック" pitchFamily="34" charset="-128"/>
            </a:endParaRPr>
          </a:p>
          <a:p>
            <a:pPr>
              <a:lnSpc>
                <a:spcPct val="90000"/>
              </a:lnSpc>
              <a:buSzTx/>
            </a:pPr>
            <a:r>
              <a:rPr lang="en-US" dirty="0">
                <a:ea typeface="ＭＳ Ｐゴシック" pitchFamily="34" charset="-128"/>
              </a:rPr>
              <a:t>Once the </a:t>
            </a:r>
            <a:r>
              <a:rPr lang="en-US" dirty="0">
                <a:solidFill>
                  <a:srgbClr val="0000FF"/>
                </a:solidFill>
                <a:ea typeface="ＭＳ Ｐゴシック" pitchFamily="34" charset="-128"/>
              </a:rPr>
              <a:t>external actors</a:t>
            </a:r>
            <a:r>
              <a:rPr lang="en-US" dirty="0">
                <a:ea typeface="ＭＳ Ｐゴシック" pitchFamily="34" charset="-128"/>
              </a:rPr>
              <a:t> are </a:t>
            </a:r>
            <a:r>
              <a:rPr lang="en-US" dirty="0">
                <a:solidFill>
                  <a:srgbClr val="0000FF"/>
                </a:solidFill>
                <a:ea typeface="ＭＳ Ｐゴシック" pitchFamily="34" charset="-128"/>
              </a:rPr>
              <a:t>identified</a:t>
            </a:r>
            <a:r>
              <a:rPr lang="en-US" dirty="0">
                <a:ea typeface="ＭＳ Ｐゴシック" pitchFamily="34" charset="-128"/>
              </a:rPr>
              <a:t>, the boundary becomes clearer. </a:t>
            </a:r>
          </a:p>
          <a:p>
            <a:pPr lvl="1">
              <a:lnSpc>
                <a:spcPct val="90000"/>
              </a:lnSpc>
              <a:buFont typeface="Arial" panose="020B0604020202020204" pitchFamily="34" charset="0"/>
              <a:buChar char="•"/>
            </a:pPr>
            <a:r>
              <a:rPr lang="en-US" sz="2000" dirty="0">
                <a:ea typeface="ＭＳ Ｐゴシック" pitchFamily="34" charset="-128"/>
              </a:rPr>
              <a:t>For example, is the </a:t>
            </a:r>
            <a:r>
              <a:rPr lang="en-US" sz="2000" dirty="0">
                <a:solidFill>
                  <a:srgbClr val="0000FF"/>
                </a:solidFill>
                <a:ea typeface="ＭＳ Ｐゴシック" pitchFamily="34" charset="-128"/>
              </a:rPr>
              <a:t>complete responsibility for payment authorization</a:t>
            </a:r>
            <a:r>
              <a:rPr lang="en-US" sz="2000" dirty="0">
                <a:ea typeface="ＭＳ Ｐゴシック" pitchFamily="34" charset="-128"/>
              </a:rPr>
              <a:t> </a:t>
            </a:r>
            <a:r>
              <a:rPr lang="en-US" sz="2000" dirty="0">
                <a:solidFill>
                  <a:srgbClr val="C00000"/>
                </a:solidFill>
                <a:ea typeface="ＭＳ Ｐゴシック" pitchFamily="34" charset="-128"/>
              </a:rPr>
              <a:t>within the system boundary</a:t>
            </a:r>
            <a:r>
              <a:rPr lang="en-US" sz="2000" dirty="0">
                <a:ea typeface="ＭＳ Ｐゴシック" pitchFamily="34" charset="-128"/>
              </a:rPr>
              <a:t>?  </a:t>
            </a:r>
            <a:r>
              <a:rPr lang="en-US" sz="2000" dirty="0">
                <a:solidFill>
                  <a:srgbClr val="FF0000"/>
                </a:solidFill>
                <a:ea typeface="ＭＳ Ｐゴシック" pitchFamily="34" charset="-128"/>
              </a:rPr>
              <a:t>No</a:t>
            </a:r>
            <a:r>
              <a:rPr lang="en-US" sz="2000" dirty="0">
                <a:ea typeface="ＭＳ Ｐゴシック" pitchFamily="34" charset="-128"/>
              </a:rPr>
              <a:t>, there is an </a:t>
            </a:r>
            <a:r>
              <a:rPr lang="en-US" sz="2000" dirty="0">
                <a:solidFill>
                  <a:srgbClr val="0000FF"/>
                </a:solidFill>
                <a:ea typeface="ＭＳ Ｐゴシック" pitchFamily="34" charset="-128"/>
              </a:rPr>
              <a:t>external payment authorization service </a:t>
            </a:r>
            <a:r>
              <a:rPr lang="en-US" sz="2000" dirty="0">
                <a:solidFill>
                  <a:srgbClr val="FF0000"/>
                </a:solidFill>
                <a:ea typeface="ＭＳ Ｐゴシック" pitchFamily="34" charset="-128"/>
              </a:rPr>
              <a:t>actor</a:t>
            </a:r>
            <a:r>
              <a:rPr lang="en-US" sz="2000" dirty="0">
                <a:ea typeface="ＭＳ Ｐゴシック" pitchFamily="34" charset="-128"/>
              </a:rPr>
              <a:t>.</a:t>
            </a:r>
          </a:p>
        </p:txBody>
      </p:sp>
      <p:sp>
        <p:nvSpPr>
          <p:cNvPr id="84996" name="Slide Number Placeholder 3"/>
          <p:cNvSpPr>
            <a:spLocks noGrp="1"/>
          </p:cNvSpPr>
          <p:nvPr>
            <p:ph type="sldNum" sz="quarter" idx="4294967295"/>
          </p:nvPr>
        </p:nvSpPr>
        <p:spPr bwMode="auto">
          <a:xfrm>
            <a:off x="7086600" y="4767263"/>
            <a:ext cx="2057400" cy="274637"/>
          </a:xfrm>
          <a:prstGeom prst="rect">
            <a:avLst/>
          </a:prstGeom>
          <a:noFill/>
          <a:ln>
            <a:miter lim="800000"/>
            <a:headEnd/>
            <a:tailEnd/>
          </a:ln>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nSpc>
                <a:spcPct val="80000"/>
              </a:lnSpc>
            </a:pPr>
            <a:fld id="{EBE0FE9D-8038-A24C-A20E-1E82975F543B}" type="slidenum">
              <a:rPr lang="x-none" smtClean="0"/>
              <a:pPr>
                <a:lnSpc>
                  <a:spcPct val="80000"/>
                </a:lnSpc>
              </a:pPr>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title"/>
          </p:nvPr>
        </p:nvSpPr>
        <p:spPr/>
        <p:txBody>
          <a:bodyPr/>
          <a:lstStyle/>
          <a:p>
            <a:r>
              <a:rPr lang="en-US">
                <a:ea typeface="ＭＳ Ｐゴシック" pitchFamily="34" charset="-128"/>
              </a:rPr>
              <a:t>Step 2: Identify Actors</a:t>
            </a:r>
          </a:p>
        </p:txBody>
      </p:sp>
      <p:sp>
        <p:nvSpPr>
          <p:cNvPr id="86019" name="Rectangle 3"/>
          <p:cNvSpPr>
            <a:spLocks noGrp="1" noChangeArrowheads="1"/>
          </p:cNvSpPr>
          <p:nvPr>
            <p:ph idx="1"/>
          </p:nvPr>
        </p:nvSpPr>
        <p:spPr/>
        <p:txBody>
          <a:bodyPr/>
          <a:lstStyle/>
          <a:p>
            <a:r>
              <a:rPr lang="en-US" dirty="0">
                <a:ea typeface="ＭＳ Ｐゴシック" pitchFamily="34" charset="-128"/>
              </a:rPr>
              <a:t>We cannot understand a system until we know who will use it</a:t>
            </a:r>
          </a:p>
          <a:p>
            <a:pPr lvl="1"/>
            <a:r>
              <a:rPr lang="en-US" dirty="0">
                <a:ea typeface="ＭＳ Ｐゴシック" pitchFamily="34" charset="-128"/>
              </a:rPr>
              <a:t>Direct users</a:t>
            </a:r>
          </a:p>
          <a:p>
            <a:pPr lvl="1"/>
            <a:r>
              <a:rPr lang="en-US" dirty="0">
                <a:ea typeface="ＭＳ Ｐゴシック" pitchFamily="34" charset="-128"/>
              </a:rPr>
              <a:t>Users responsible to operate and maintain it</a:t>
            </a:r>
          </a:p>
          <a:p>
            <a:pPr lvl="1"/>
            <a:r>
              <a:rPr lang="en-US" dirty="0">
                <a:ea typeface="ＭＳ Ｐゴシック" pitchFamily="34" charset="-128"/>
              </a:rPr>
              <a:t>External systems used by the system</a:t>
            </a:r>
          </a:p>
          <a:p>
            <a:pPr lvl="1"/>
            <a:r>
              <a:rPr lang="en-US" dirty="0">
                <a:ea typeface="ＭＳ Ｐゴシック" pitchFamily="34" charset="-128"/>
              </a:rPr>
              <a:t>External systems that interact with the system</a:t>
            </a:r>
          </a:p>
          <a:p>
            <a:pPr lvl="1"/>
            <a:endParaRPr lang="en-US" dirty="0">
              <a:ea typeface="ＭＳ Ｐゴシック" pitchFamily="34" charset="-128"/>
            </a:endParaRPr>
          </a:p>
        </p:txBody>
      </p:sp>
      <p:sp>
        <p:nvSpPr>
          <p:cNvPr id="86020" name="Slide Number Placeholder 5"/>
          <p:cNvSpPr>
            <a:spLocks noGrp="1"/>
          </p:cNvSpPr>
          <p:nvPr>
            <p:ph type="sldNum" sz="quarter" idx="4294967295"/>
          </p:nvPr>
        </p:nvSpPr>
        <p:spPr bwMode="auto">
          <a:xfrm>
            <a:off x="7086600" y="4767263"/>
            <a:ext cx="2057400" cy="274637"/>
          </a:xfrm>
          <a:prstGeom prst="rect">
            <a:avLst/>
          </a:prstGeom>
          <a:noFill/>
          <a:ln>
            <a:miter lim="800000"/>
            <a:headEnd/>
            <a:tailEnd/>
          </a:ln>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nSpc>
                <a:spcPct val="90000"/>
              </a:lnSpc>
            </a:pPr>
            <a:fld id="{EBE0FE9D-8038-A24C-A20E-1E82975F543B}" type="slidenum">
              <a:rPr lang="x-none" smtClean="0"/>
              <a:pPr>
                <a:lnSpc>
                  <a:spcPct val="90000"/>
                </a:lnSpc>
              </a:pPr>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C536335-238D-4016-B0D6-475C120B3F16}"/>
              </a:ext>
            </a:extLst>
          </p:cNvPr>
          <p:cNvSpPr>
            <a:spLocks noGrp="1"/>
          </p:cNvSpPr>
          <p:nvPr>
            <p:ph type="title"/>
          </p:nvPr>
        </p:nvSpPr>
        <p:spPr/>
        <p:txBody>
          <a:bodyPr/>
          <a:lstStyle/>
          <a:p>
            <a:r>
              <a:rPr lang="en-US" dirty="0"/>
              <a:t>Actors in POS</a:t>
            </a:r>
            <a:endParaRPr lang="x-none" dirty="0"/>
          </a:p>
        </p:txBody>
      </p:sp>
      <p:sp>
        <p:nvSpPr>
          <p:cNvPr id="3" name="Content Placeholder 2">
            <a:extLst>
              <a:ext uri="{FF2B5EF4-FFF2-40B4-BE49-F238E27FC236}">
                <a16:creationId xmlns:a16="http://schemas.microsoft.com/office/drawing/2014/main" xmlns="" id="{73841FD4-D886-447F-978B-DA3591513A14}"/>
              </a:ext>
            </a:extLst>
          </p:cNvPr>
          <p:cNvSpPr>
            <a:spLocks noGrp="1"/>
          </p:cNvSpPr>
          <p:nvPr>
            <p:ph idx="1"/>
          </p:nvPr>
        </p:nvSpPr>
        <p:spPr/>
        <p:txBody>
          <a:bodyPr/>
          <a:lstStyle/>
          <a:p>
            <a:pPr marL="0" indent="0">
              <a:buNone/>
            </a:pPr>
            <a:endParaRPr lang="en-US" dirty="0"/>
          </a:p>
          <a:p>
            <a:r>
              <a:rPr lang="en-US" dirty="0"/>
              <a:t>Cashier</a:t>
            </a:r>
          </a:p>
          <a:p>
            <a:r>
              <a:rPr lang="en-US" dirty="0"/>
              <a:t>Manager</a:t>
            </a:r>
          </a:p>
          <a:p>
            <a:r>
              <a:rPr lang="en-US" dirty="0"/>
              <a:t>System Administrator</a:t>
            </a:r>
          </a:p>
          <a:p>
            <a:r>
              <a:rPr lang="en-US" dirty="0"/>
              <a:t>Sales Activity System</a:t>
            </a:r>
          </a:p>
          <a:p>
            <a:endParaRPr lang="x-none" dirty="0"/>
          </a:p>
        </p:txBody>
      </p:sp>
    </p:spTree>
    <p:extLst>
      <p:ext uri="{BB962C8B-B14F-4D97-AF65-F5344CB8AC3E}">
        <p14:creationId xmlns:p14="http://schemas.microsoft.com/office/powerpoint/2010/main" val="124985620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2133631-5297-5B48-9B7F-AA02E578C36A}"/>
              </a:ext>
            </a:extLst>
          </p:cNvPr>
          <p:cNvSpPr>
            <a:spLocks noGrp="1"/>
          </p:cNvSpPr>
          <p:nvPr>
            <p:ph type="title"/>
          </p:nvPr>
        </p:nvSpPr>
        <p:spPr/>
        <p:txBody>
          <a:bodyPr>
            <a:normAutofit/>
          </a:bodyPr>
          <a:lstStyle/>
          <a:p>
            <a:r>
              <a:rPr lang="en-US" dirty="0">
                <a:latin typeface="Arial" panose="020B0604020202020204" pitchFamily="34" charset="0"/>
                <a:cs typeface="Arial" panose="020B0604020202020204" pitchFamily="34" charset="0"/>
              </a:rPr>
              <a:t>Step 3: Actors and User Goals List</a:t>
            </a:r>
          </a:p>
        </p:txBody>
      </p:sp>
      <p:pic>
        <p:nvPicPr>
          <p:cNvPr id="7" name="table">
            <a:extLst>
              <a:ext uri="{FF2B5EF4-FFF2-40B4-BE49-F238E27FC236}">
                <a16:creationId xmlns:a16="http://schemas.microsoft.com/office/drawing/2014/main" xmlns="" id="{D85A5ACF-B1BD-40D4-808A-096695599287}"/>
              </a:ext>
            </a:extLst>
          </p:cNvPr>
          <p:cNvPicPr>
            <a:picLocks noChangeAspect="1"/>
          </p:cNvPicPr>
          <p:nvPr/>
        </p:nvPicPr>
        <p:blipFill>
          <a:blip r:embed="rId2"/>
          <a:stretch>
            <a:fillRect/>
          </a:stretch>
        </p:blipFill>
        <p:spPr>
          <a:xfrm>
            <a:off x="172163" y="1981200"/>
            <a:ext cx="8799673" cy="3276600"/>
          </a:xfrm>
          <a:prstGeom prst="rect">
            <a:avLst/>
          </a:prstGeom>
        </p:spPr>
      </p:pic>
    </p:spTree>
    <p:extLst>
      <p:ext uri="{BB962C8B-B14F-4D97-AF65-F5344CB8AC3E}">
        <p14:creationId xmlns:p14="http://schemas.microsoft.com/office/powerpoint/2010/main" val="71651659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5AA2015-9702-47FA-9EF5-4FF0F34DB49F}"/>
              </a:ext>
            </a:extLst>
          </p:cNvPr>
          <p:cNvSpPr>
            <a:spLocks noGrp="1"/>
          </p:cNvSpPr>
          <p:nvPr>
            <p:ph type="title"/>
          </p:nvPr>
        </p:nvSpPr>
        <p:spPr/>
        <p:txBody>
          <a:bodyPr>
            <a:normAutofit/>
          </a:bodyPr>
          <a:lstStyle/>
          <a:p>
            <a:r>
              <a:rPr lang="en-US" dirty="0"/>
              <a:t>Step 4: Define Use Cases</a:t>
            </a:r>
            <a:endParaRPr lang="x-none" dirty="0"/>
          </a:p>
        </p:txBody>
      </p:sp>
      <p:sp>
        <p:nvSpPr>
          <p:cNvPr id="3" name="Content Placeholder 2">
            <a:extLst>
              <a:ext uri="{FF2B5EF4-FFF2-40B4-BE49-F238E27FC236}">
                <a16:creationId xmlns:a16="http://schemas.microsoft.com/office/drawing/2014/main" xmlns="" id="{A23DED12-E821-44D1-9BF4-CD76782AD712}"/>
              </a:ext>
            </a:extLst>
          </p:cNvPr>
          <p:cNvSpPr>
            <a:spLocks noGrp="1"/>
          </p:cNvSpPr>
          <p:nvPr>
            <p:ph idx="1"/>
          </p:nvPr>
        </p:nvSpPr>
        <p:spPr/>
        <p:txBody>
          <a:bodyPr>
            <a:normAutofit/>
          </a:bodyPr>
          <a:lstStyle/>
          <a:p>
            <a:r>
              <a:rPr lang="en-US" dirty="0"/>
              <a:t>In general, define </a:t>
            </a:r>
            <a:r>
              <a:rPr lang="en-US" dirty="0">
                <a:solidFill>
                  <a:srgbClr val="0070C0"/>
                </a:solidFill>
              </a:rPr>
              <a:t>one use case for each user goal</a:t>
            </a:r>
            <a:r>
              <a:rPr lang="en-US" dirty="0"/>
              <a:t>.</a:t>
            </a:r>
          </a:p>
          <a:p>
            <a:r>
              <a:rPr lang="en-US" dirty="0">
                <a:solidFill>
                  <a:srgbClr val="0070C0"/>
                </a:solidFill>
              </a:rPr>
              <a:t>Granularity</a:t>
            </a:r>
            <a:r>
              <a:rPr lang="en-US" dirty="0"/>
              <a:t>: An exception to one use case per goal is to collapse CRUD (create, retrieve, update, delete) separate goals into one CRUD use case, idiomatically called Manage &lt;X&gt;. For example, the goals ―edit user,―delete user and so forth are all satisfied by the Manage Users use case.</a:t>
            </a:r>
          </a:p>
          <a:p>
            <a:r>
              <a:rPr lang="en-US" dirty="0"/>
              <a:t>Name the </a:t>
            </a:r>
            <a:r>
              <a:rPr lang="en-US" dirty="0">
                <a:solidFill>
                  <a:srgbClr val="0070C0"/>
                </a:solidFill>
              </a:rPr>
              <a:t>use case similar to the user goal </a:t>
            </a:r>
            <a:r>
              <a:rPr lang="en-US" dirty="0"/>
              <a:t>(e.g., Goal: process a sale; Use Case: Process Sale.</a:t>
            </a:r>
          </a:p>
          <a:p>
            <a:r>
              <a:rPr lang="en-US" dirty="0"/>
              <a:t>Start the name of use cases with a </a:t>
            </a:r>
            <a:r>
              <a:rPr lang="en-US" dirty="0">
                <a:solidFill>
                  <a:srgbClr val="0070C0"/>
                </a:solidFill>
              </a:rPr>
              <a:t>verb</a:t>
            </a:r>
            <a:endParaRPr lang="x-none" dirty="0">
              <a:solidFill>
                <a:srgbClr val="0070C0"/>
              </a:solidFill>
            </a:endParaRPr>
          </a:p>
        </p:txBody>
      </p:sp>
    </p:spTree>
    <p:extLst>
      <p:ext uri="{BB962C8B-B14F-4D97-AF65-F5344CB8AC3E}">
        <p14:creationId xmlns:p14="http://schemas.microsoft.com/office/powerpoint/2010/main" val="71417384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E507246-8E7F-46C1-B551-CE749CA469AA}"/>
              </a:ext>
            </a:extLst>
          </p:cNvPr>
          <p:cNvSpPr>
            <a:spLocks noGrp="1"/>
          </p:cNvSpPr>
          <p:nvPr>
            <p:ph type="title"/>
          </p:nvPr>
        </p:nvSpPr>
        <p:spPr/>
        <p:txBody>
          <a:bodyPr/>
          <a:lstStyle/>
          <a:p>
            <a:r>
              <a:rPr lang="en-US" dirty="0"/>
              <a:t>Write Black-Box Use Cases</a:t>
            </a:r>
            <a:endParaRPr lang="x-none" dirty="0"/>
          </a:p>
        </p:txBody>
      </p:sp>
      <p:sp>
        <p:nvSpPr>
          <p:cNvPr id="3" name="Content Placeholder 2">
            <a:extLst>
              <a:ext uri="{FF2B5EF4-FFF2-40B4-BE49-F238E27FC236}">
                <a16:creationId xmlns:a16="http://schemas.microsoft.com/office/drawing/2014/main" xmlns="" id="{591C6CE8-A299-4566-8BA9-82B0B72F591E}"/>
              </a:ext>
            </a:extLst>
          </p:cNvPr>
          <p:cNvSpPr>
            <a:spLocks noGrp="1"/>
          </p:cNvSpPr>
          <p:nvPr>
            <p:ph idx="1"/>
          </p:nvPr>
        </p:nvSpPr>
        <p:spPr/>
        <p:txBody>
          <a:bodyPr/>
          <a:lstStyle/>
          <a:p>
            <a:r>
              <a:rPr lang="en-US" dirty="0"/>
              <a:t>Focus on what the system must do,</a:t>
            </a:r>
          </a:p>
          <a:p>
            <a:pPr lvl="1"/>
            <a:r>
              <a:rPr lang="en-US" dirty="0"/>
              <a:t>i.e., the behavior or functional requirements</a:t>
            </a:r>
          </a:p>
          <a:p>
            <a:pPr lvl="1"/>
            <a:r>
              <a:rPr lang="en-US" dirty="0"/>
              <a:t>Not on how it will do (the design)</a:t>
            </a:r>
          </a:p>
          <a:p>
            <a:r>
              <a:rPr lang="en-US" dirty="0"/>
              <a:t>Examples:</a:t>
            </a:r>
          </a:p>
          <a:p>
            <a:pPr lvl="1"/>
            <a:r>
              <a:rPr lang="en-US" dirty="0"/>
              <a:t>Good: The system records the sale</a:t>
            </a:r>
          </a:p>
          <a:p>
            <a:pPr lvl="1"/>
            <a:r>
              <a:rPr lang="en-US" dirty="0"/>
              <a:t>Bad: The system writes the sale to the database.</a:t>
            </a:r>
          </a:p>
          <a:p>
            <a:pPr lvl="1"/>
            <a:r>
              <a:rPr lang="en-US" dirty="0"/>
              <a:t>Worst: System generates SQL INSERT statement for the sale</a:t>
            </a:r>
            <a:endParaRPr lang="x-none" dirty="0"/>
          </a:p>
        </p:txBody>
      </p:sp>
    </p:spTree>
    <p:extLst>
      <p:ext uri="{BB962C8B-B14F-4D97-AF65-F5344CB8AC3E}">
        <p14:creationId xmlns:p14="http://schemas.microsoft.com/office/powerpoint/2010/main" val="49157301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a:extLst>
              <a:ext uri="{FF2B5EF4-FFF2-40B4-BE49-F238E27FC236}">
                <a16:creationId xmlns:a16="http://schemas.microsoft.com/office/drawing/2014/main" xmlns="" id="{0964D4CE-A49D-884E-89E9-055A5A9B0E84}"/>
              </a:ext>
            </a:extLst>
          </p:cNvPr>
          <p:cNvPicPr>
            <a:picLocks noChangeAspect="1" noChangeArrowheads="1"/>
          </p:cNvPicPr>
          <p:nvPr/>
        </p:nvPicPr>
        <p:blipFill>
          <a:blip r:embed="rId2"/>
          <a:srcRect t="1972" b="7003"/>
          <a:stretch>
            <a:fillRect/>
          </a:stretch>
        </p:blipFill>
        <p:spPr bwMode="auto">
          <a:xfrm>
            <a:off x="1438387" y="1417638"/>
            <a:ext cx="6267226" cy="496417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6" name="Title 1">
            <a:extLst>
              <a:ext uri="{FF2B5EF4-FFF2-40B4-BE49-F238E27FC236}">
                <a16:creationId xmlns:a16="http://schemas.microsoft.com/office/drawing/2014/main" xmlns="" id="{0E734B66-6AA4-4FBA-BE28-0C055C55D953}"/>
              </a:ext>
            </a:extLst>
          </p:cNvPr>
          <p:cNvSpPr>
            <a:spLocks noGrp="1"/>
          </p:cNvSpPr>
          <p:nvPr>
            <p:ph type="title"/>
          </p:nvPr>
        </p:nvSpPr>
        <p:spPr/>
        <p:txBody>
          <a:bodyPr/>
          <a:lstStyle/>
          <a:p>
            <a:r>
              <a:rPr lang="en-US" dirty="0">
                <a:ea typeface="ＭＳ Ｐゴシック" pitchFamily="34" charset="-128"/>
              </a:rPr>
              <a:t>Use Case Diagram of POS System</a:t>
            </a:r>
          </a:p>
        </p:txBody>
      </p:sp>
    </p:spTree>
    <p:extLst>
      <p:ext uri="{BB962C8B-B14F-4D97-AF65-F5344CB8AC3E}">
        <p14:creationId xmlns:p14="http://schemas.microsoft.com/office/powerpoint/2010/main" val="4638742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92866" name="Rectangle 2">
            <a:extLst>
              <a:ext uri="{FF2B5EF4-FFF2-40B4-BE49-F238E27FC236}">
                <a16:creationId xmlns:a16="http://schemas.microsoft.com/office/drawing/2014/main" xmlns="" id="{2837F80C-59D8-8840-A605-8D3E3E29B408}"/>
              </a:ext>
            </a:extLst>
          </p:cNvPr>
          <p:cNvSpPr>
            <a:spLocks noGrp="1" noChangeArrowheads="1"/>
          </p:cNvSpPr>
          <p:nvPr>
            <p:ph type="title"/>
          </p:nvPr>
        </p:nvSpPr>
        <p:spPr/>
        <p:txBody>
          <a:bodyPr/>
          <a:lstStyle/>
          <a:p>
            <a:r>
              <a:rPr lang="en-US" altLang="en-US" dirty="0"/>
              <a:t>Use Case Diagram</a:t>
            </a:r>
          </a:p>
        </p:txBody>
      </p:sp>
      <p:sp>
        <p:nvSpPr>
          <p:cNvPr id="292867" name="Rectangle 3">
            <a:extLst>
              <a:ext uri="{FF2B5EF4-FFF2-40B4-BE49-F238E27FC236}">
                <a16:creationId xmlns:a16="http://schemas.microsoft.com/office/drawing/2014/main" xmlns="" id="{8B728DAA-91B9-214F-86CF-50EE263CA599}"/>
              </a:ext>
            </a:extLst>
          </p:cNvPr>
          <p:cNvSpPr>
            <a:spLocks noGrp="1" noChangeArrowheads="1"/>
          </p:cNvSpPr>
          <p:nvPr>
            <p:ph idx="1"/>
          </p:nvPr>
        </p:nvSpPr>
        <p:spPr/>
        <p:txBody>
          <a:bodyPr>
            <a:normAutofit fontScale="85000" lnSpcReduction="20000"/>
          </a:bodyPr>
          <a:lstStyle/>
          <a:p>
            <a:pPr marL="627063" indent="-627063">
              <a:lnSpc>
                <a:spcPct val="90000"/>
              </a:lnSpc>
              <a:buFontTx/>
              <a:buAutoNum type="arabicPeriod"/>
            </a:pPr>
            <a:r>
              <a:rPr lang="en-US" altLang="en-US" sz="2800" dirty="0">
                <a:solidFill>
                  <a:schemeClr val="tx1"/>
                </a:solidFill>
              </a:rPr>
              <a:t>A </a:t>
            </a:r>
            <a:r>
              <a:rPr lang="en-US" altLang="en-US" sz="2800" dirty="0"/>
              <a:t>use case diagram</a:t>
            </a:r>
            <a:r>
              <a:rPr lang="en-US" altLang="en-US" sz="2800" dirty="0">
                <a:solidFill>
                  <a:schemeClr val="tx1"/>
                </a:solidFill>
              </a:rPr>
              <a:t> for the entire system </a:t>
            </a:r>
            <a:r>
              <a:rPr lang="en-US" altLang="en-US" sz="2800" dirty="0">
                <a:solidFill>
                  <a:schemeClr val="tx1"/>
                </a:solidFill>
                <a:cs typeface="Arial" panose="020B0604020202020204" pitchFamily="34" charset="0"/>
              </a:rPr>
              <a:t>– a </a:t>
            </a:r>
            <a:r>
              <a:rPr lang="en-US" altLang="en-US" sz="2800" dirty="0">
                <a:cs typeface="Arial" panose="020B0604020202020204" pitchFamily="34" charset="0"/>
              </a:rPr>
              <a:t>graphic</a:t>
            </a:r>
            <a:r>
              <a:rPr lang="en-US" altLang="en-US" sz="2800" dirty="0">
                <a:solidFill>
                  <a:schemeClr val="tx1"/>
                </a:solidFill>
                <a:cs typeface="Arial" panose="020B0604020202020204" pitchFamily="34" charset="0"/>
              </a:rPr>
              <a:t> model.</a:t>
            </a:r>
          </a:p>
          <a:p>
            <a:pPr marL="627063" indent="-627063">
              <a:lnSpc>
                <a:spcPct val="90000"/>
              </a:lnSpc>
              <a:buFontTx/>
              <a:buAutoNum type="arabicPeriod"/>
            </a:pPr>
            <a:endParaRPr lang="en-US" altLang="en-US" sz="2800" dirty="0">
              <a:solidFill>
                <a:schemeClr val="tx1"/>
              </a:solidFill>
              <a:cs typeface="Arial" panose="020B0604020202020204" pitchFamily="34" charset="0"/>
            </a:endParaRPr>
          </a:p>
          <a:p>
            <a:pPr marL="627063" indent="-627063">
              <a:lnSpc>
                <a:spcPct val="90000"/>
              </a:lnSpc>
              <a:buFontTx/>
              <a:buAutoNum type="arabicPeriod"/>
            </a:pPr>
            <a:r>
              <a:rPr lang="en-US" sz="2800" dirty="0"/>
              <a:t>Use cases are </a:t>
            </a:r>
            <a:r>
              <a:rPr lang="en-US" sz="2800" b="1" u="sng" dirty="0"/>
              <a:t>not diagrams </a:t>
            </a:r>
            <a:r>
              <a:rPr lang="en-US" sz="2800" dirty="0"/>
              <a:t>they are </a:t>
            </a:r>
            <a:r>
              <a:rPr lang="en-US" sz="2800" b="1" dirty="0"/>
              <a:t>text documents.</a:t>
            </a:r>
          </a:p>
          <a:p>
            <a:pPr marL="627063" indent="-627063">
              <a:lnSpc>
                <a:spcPct val="90000"/>
              </a:lnSpc>
              <a:buFontTx/>
              <a:buAutoNum type="arabicPeriod"/>
            </a:pPr>
            <a:endParaRPr lang="en-US" sz="2800" b="1" dirty="0"/>
          </a:p>
          <a:p>
            <a:pPr marL="627063" indent="-627063">
              <a:lnSpc>
                <a:spcPct val="90000"/>
              </a:lnSpc>
              <a:buFontTx/>
              <a:buAutoNum type="arabicPeriod"/>
            </a:pPr>
            <a:r>
              <a:rPr lang="en-US" sz="2800" dirty="0"/>
              <a:t>Use cases are one way of capturing the </a:t>
            </a:r>
            <a:r>
              <a:rPr lang="en-US" sz="2800" b="1" u="sng" dirty="0"/>
              <a:t>functional requirements.</a:t>
            </a:r>
          </a:p>
          <a:p>
            <a:pPr marL="627063" indent="-627063">
              <a:lnSpc>
                <a:spcPct val="90000"/>
              </a:lnSpc>
              <a:buFontTx/>
              <a:buAutoNum type="arabicPeriod"/>
            </a:pPr>
            <a:endParaRPr lang="en-US" sz="2800" b="1" dirty="0"/>
          </a:p>
          <a:p>
            <a:pPr marL="627063" indent="-627063">
              <a:lnSpc>
                <a:spcPct val="90000"/>
              </a:lnSpc>
              <a:buFontTx/>
              <a:buAutoNum type="arabicPeriod"/>
            </a:pPr>
            <a:r>
              <a:rPr lang="en-US" sz="2800" dirty="0"/>
              <a:t>Use cases are </a:t>
            </a:r>
            <a:r>
              <a:rPr lang="en-US" sz="2800" b="1" u="sng" dirty="0"/>
              <a:t>text stories </a:t>
            </a:r>
            <a:r>
              <a:rPr lang="en-US" sz="2800" dirty="0"/>
              <a:t>of some </a:t>
            </a:r>
            <a:r>
              <a:rPr lang="en-US" sz="2800" b="1" u="sng" dirty="0"/>
              <a:t>actors</a:t>
            </a:r>
            <a:r>
              <a:rPr lang="en-US" sz="2800" dirty="0"/>
              <a:t> using a system to </a:t>
            </a:r>
            <a:r>
              <a:rPr lang="en-US" sz="2800" b="1" u="sng" dirty="0"/>
              <a:t>meet goals</a:t>
            </a:r>
            <a:r>
              <a:rPr lang="en-US" sz="2800" dirty="0"/>
              <a:t>.</a:t>
            </a:r>
          </a:p>
          <a:p>
            <a:pPr marL="0" indent="0">
              <a:lnSpc>
                <a:spcPct val="90000"/>
              </a:lnSpc>
              <a:buNone/>
            </a:pPr>
            <a:endParaRPr lang="en-US" altLang="en-US" sz="2800" dirty="0">
              <a:solidFill>
                <a:schemeClr val="tx1"/>
              </a:solidFill>
            </a:endParaRPr>
          </a:p>
          <a:p>
            <a:pPr marL="627063" indent="-627063">
              <a:lnSpc>
                <a:spcPct val="90000"/>
              </a:lnSpc>
              <a:buFontTx/>
              <a:buAutoNum type="arabicPeriod"/>
            </a:pPr>
            <a:r>
              <a:rPr lang="en-US" altLang="en-US" sz="2800" dirty="0">
                <a:solidFill>
                  <a:schemeClr val="tx1"/>
                </a:solidFill>
              </a:rPr>
              <a:t>One or more </a:t>
            </a:r>
            <a:r>
              <a:rPr lang="en-US" altLang="en-US" sz="2800" dirty="0"/>
              <a:t>use case narratives</a:t>
            </a:r>
            <a:r>
              <a:rPr lang="en-US" altLang="en-US" sz="2800" dirty="0">
                <a:solidFill>
                  <a:schemeClr val="tx1"/>
                </a:solidFill>
              </a:rPr>
              <a:t> for each use case </a:t>
            </a:r>
            <a:r>
              <a:rPr lang="en-US" altLang="en-US" sz="2800" dirty="0">
                <a:solidFill>
                  <a:schemeClr val="tx1"/>
                </a:solidFill>
                <a:cs typeface="Arial" panose="020B0604020202020204" pitchFamily="34" charset="0"/>
              </a:rPr>
              <a:t>– descriptions in </a:t>
            </a:r>
            <a:r>
              <a:rPr lang="en-US" altLang="en-US" sz="2800" dirty="0">
                <a:cs typeface="Arial" panose="020B0604020202020204" pitchFamily="34" charset="0"/>
              </a:rPr>
              <a:t>text</a:t>
            </a:r>
            <a:endParaRPr lang="en-US" altLang="en-US" sz="2800" dirty="0"/>
          </a:p>
          <a:p>
            <a:pPr marL="741363" lvl="1" indent="401638">
              <a:lnSpc>
                <a:spcPct val="90000"/>
              </a:lnSpc>
              <a:buFontTx/>
              <a:buChar char="•"/>
            </a:pPr>
            <a:r>
              <a:rPr lang="en-US" altLang="en-US" b="1" dirty="0">
                <a:solidFill>
                  <a:srgbClr val="0066CC"/>
                </a:solidFill>
              </a:rPr>
              <a:t>high-level/user story</a:t>
            </a:r>
          </a:p>
          <a:p>
            <a:pPr marL="741363" lvl="1" indent="401638">
              <a:lnSpc>
                <a:spcPct val="90000"/>
              </a:lnSpc>
              <a:buFontTx/>
              <a:buChar char="•"/>
            </a:pPr>
            <a:r>
              <a:rPr lang="en-US" altLang="en-US" b="1" dirty="0">
                <a:solidFill>
                  <a:srgbClr val="0066CC"/>
                </a:solidFill>
              </a:rPr>
              <a:t>expanded</a:t>
            </a:r>
          </a:p>
          <a:p>
            <a:pPr marL="741363" lvl="1" indent="401638">
              <a:lnSpc>
                <a:spcPct val="90000"/>
              </a:lnSpc>
              <a:buFontTx/>
              <a:buNone/>
            </a:pPr>
            <a:endParaRPr lang="en-US" altLang="en-US" sz="2000" b="1" dirty="0">
              <a:solidFill>
                <a:srgbClr val="0066CC"/>
              </a:solidFill>
            </a:endParaRPr>
          </a:p>
        </p:txBody>
      </p:sp>
    </p:spTree>
    <p:extLst>
      <p:ext uri="{BB962C8B-B14F-4D97-AF65-F5344CB8AC3E}">
        <p14:creationId xmlns:p14="http://schemas.microsoft.com/office/powerpoint/2010/main" val="2011989628"/>
      </p:ext>
    </p:extLst>
  </p:cSld>
  <p:clrMapOvr>
    <a:masterClrMapping/>
  </p:clrMapOvr>
  <p:transition>
    <p:cover dir="r"/>
  </p:transition>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xmlns="" id="{83DE575E-7DA2-4ED6-2828-24E97FF7DE19}"/>
              </a:ext>
            </a:extLst>
          </p:cNvPr>
          <p:cNvSpPr>
            <a:spLocks noGrp="1"/>
          </p:cNvSpPr>
          <p:nvPr>
            <p:ph type="title"/>
          </p:nvPr>
        </p:nvSpPr>
        <p:spPr>
          <a:xfrm>
            <a:off x="457200" y="274638"/>
            <a:ext cx="8229600" cy="531439"/>
          </a:xfrm>
        </p:spPr>
        <p:txBody>
          <a:bodyPr>
            <a:normAutofit fontScale="90000"/>
          </a:bodyPr>
          <a:lstStyle/>
          <a:p>
            <a:r>
              <a:rPr lang="en-US" dirty="0"/>
              <a:t>Use Case Description Template</a:t>
            </a:r>
          </a:p>
        </p:txBody>
      </p:sp>
      <p:graphicFrame>
        <p:nvGraphicFramePr>
          <p:cNvPr id="7" name="Content Placeholder 6">
            <a:extLst>
              <a:ext uri="{FF2B5EF4-FFF2-40B4-BE49-F238E27FC236}">
                <a16:creationId xmlns:a16="http://schemas.microsoft.com/office/drawing/2014/main" xmlns="" id="{B5D1D39B-072E-BC4C-9F48-4DF5B237DC5C}"/>
              </a:ext>
            </a:extLst>
          </p:cNvPr>
          <p:cNvGraphicFramePr>
            <a:graphicFrameLocks noGrp="1"/>
          </p:cNvGraphicFramePr>
          <p:nvPr>
            <p:ph idx="1"/>
            <p:extLst>
              <p:ext uri="{D42A27DB-BD31-4B8C-83A1-F6EECF244321}">
                <p14:modId xmlns:p14="http://schemas.microsoft.com/office/powerpoint/2010/main" val="1640849495"/>
              </p:ext>
            </p:extLst>
          </p:nvPr>
        </p:nvGraphicFramePr>
        <p:xfrm>
          <a:off x="419099" y="914400"/>
          <a:ext cx="8305801" cy="5714995"/>
        </p:xfrm>
        <a:graphic>
          <a:graphicData uri="http://schemas.openxmlformats.org/drawingml/2006/table">
            <a:tbl>
              <a:tblPr/>
              <a:tblGrid>
                <a:gridCol w="456929">
                  <a:extLst>
                    <a:ext uri="{9D8B030D-6E8A-4147-A177-3AD203B41FA5}">
                      <a16:colId xmlns:a16="http://schemas.microsoft.com/office/drawing/2014/main" xmlns="" val="744886837"/>
                    </a:ext>
                  </a:extLst>
                </a:gridCol>
                <a:gridCol w="614265">
                  <a:extLst>
                    <a:ext uri="{9D8B030D-6E8A-4147-A177-3AD203B41FA5}">
                      <a16:colId xmlns:a16="http://schemas.microsoft.com/office/drawing/2014/main" xmlns="" val="1590108431"/>
                    </a:ext>
                  </a:extLst>
                </a:gridCol>
                <a:gridCol w="1135369">
                  <a:extLst>
                    <a:ext uri="{9D8B030D-6E8A-4147-A177-3AD203B41FA5}">
                      <a16:colId xmlns:a16="http://schemas.microsoft.com/office/drawing/2014/main" xmlns="" val="1968243934"/>
                    </a:ext>
                  </a:extLst>
                </a:gridCol>
                <a:gridCol w="1364156">
                  <a:extLst>
                    <a:ext uri="{9D8B030D-6E8A-4147-A177-3AD203B41FA5}">
                      <a16:colId xmlns:a16="http://schemas.microsoft.com/office/drawing/2014/main" xmlns="" val="1709647268"/>
                    </a:ext>
                  </a:extLst>
                </a:gridCol>
                <a:gridCol w="543370">
                  <a:extLst>
                    <a:ext uri="{9D8B030D-6E8A-4147-A177-3AD203B41FA5}">
                      <a16:colId xmlns:a16="http://schemas.microsoft.com/office/drawing/2014/main" xmlns="" val="2064340745"/>
                    </a:ext>
                  </a:extLst>
                </a:gridCol>
                <a:gridCol w="4191712">
                  <a:extLst>
                    <a:ext uri="{9D8B030D-6E8A-4147-A177-3AD203B41FA5}">
                      <a16:colId xmlns:a16="http://schemas.microsoft.com/office/drawing/2014/main" xmlns="" val="1869529239"/>
                    </a:ext>
                  </a:extLst>
                </a:gridCol>
              </a:tblGrid>
              <a:tr h="344521">
                <a:tc gridSpan="3">
                  <a:txBody>
                    <a:bodyPr/>
                    <a:lstStyle/>
                    <a:p>
                      <a:pPr marL="0" marR="0" algn="l" fontAlgn="t">
                        <a:spcBef>
                          <a:spcPts val="0"/>
                        </a:spcBef>
                        <a:spcAft>
                          <a:spcPts val="0"/>
                        </a:spcAft>
                      </a:pPr>
                      <a:r>
                        <a:rPr lang="en-US" sz="1400" b="1" i="0" u="none" strike="noStrike">
                          <a:effectLst/>
                          <a:latin typeface="Times New Roman" panose="02020603050405020304" pitchFamily="18" charset="0"/>
                          <a:ea typeface="Times New Roman" panose="02020603050405020304" pitchFamily="18" charset="0"/>
                          <a:cs typeface="Times New Roman" panose="02020603050405020304" pitchFamily="18" charset="0"/>
                        </a:rPr>
                        <a:t>Identifier</a:t>
                      </a:r>
                      <a:endParaRPr lang="en-US" sz="1400" b="0" i="0" u="none" strike="noStrike" dirty="0">
                        <a:effectLst/>
                        <a:latin typeface="Times New Roman" panose="02020603050405020304" pitchFamily="18" charset="0"/>
                        <a:cs typeface="Times New Roman" panose="02020603050405020304" pitchFamily="18" charset="0"/>
                      </a:endParaRPr>
                    </a:p>
                  </a:txBody>
                  <a:tcPr marL="79827" marR="79827" marT="39914" marB="3991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lnL w="12700" cap="flat" cmpd="sng" algn="ctr">
                      <a:solidFill>
                        <a:srgbClr val="000000"/>
                      </a:solidFill>
                      <a:prstDash val="solid"/>
                      <a:round/>
                      <a:headEnd type="none" w="med" len="med"/>
                      <a:tailEnd type="none" w="med" len="med"/>
                    </a:lnL>
                  </a:tcPr>
                </a:tc>
                <a:tc gridSpan="3">
                  <a:txBody>
                    <a:bodyPr/>
                    <a:lstStyle/>
                    <a:p>
                      <a:pPr marL="0" marR="0" algn="l" fontAlgn="t">
                        <a:spcBef>
                          <a:spcPts val="0"/>
                        </a:spcBef>
                        <a:spcAft>
                          <a:spcPts val="0"/>
                        </a:spcAft>
                      </a:pPr>
                      <a:r>
                        <a:rPr lang="en-US" sz="1400" b="0" i="0" u="none" strike="noStrike">
                          <a:effectLst/>
                          <a:latin typeface="Times New Roman" panose="02020603050405020304" pitchFamily="18" charset="0"/>
                          <a:cs typeface="Times New Roman" panose="02020603050405020304" pitchFamily="18" charset="0"/>
                        </a:rPr>
                        <a:t>Give a unique Identifier for the Use Case</a:t>
                      </a:r>
                      <a:endParaRPr lang="en-US" sz="1400" b="0" i="0" u="none" strike="noStrike" dirty="0">
                        <a:effectLst/>
                        <a:latin typeface="Times New Roman" panose="02020603050405020304" pitchFamily="18" charset="0"/>
                        <a:cs typeface="Times New Roman" panose="02020603050405020304" pitchFamily="18" charset="0"/>
                      </a:endParaRPr>
                    </a:p>
                  </a:txBody>
                  <a:tcPr marL="79827" marR="79827" marT="39914" marB="3991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lnL w="12700" cap="flat" cmpd="sng" algn="ctr">
                      <a:solidFill>
                        <a:srgbClr val="000000"/>
                      </a:solidFill>
                      <a:prstDash val="solid"/>
                      <a:round/>
                      <a:headEnd type="none" w="med" len="med"/>
                      <a:tailEnd type="none" w="med" len="med"/>
                    </a:lnL>
                  </a:tcPr>
                </a:tc>
                <a:tc hMerge="1">
                  <a:txBody>
                    <a:bodyPr/>
                    <a:lstStyle/>
                    <a:p>
                      <a:endParaRPr lang="en-US"/>
                    </a:p>
                  </a:txBody>
                  <a:tcPr/>
                </a:tc>
                <a:extLst>
                  <a:ext uri="{0D108BD9-81ED-4DB2-BD59-A6C34878D82A}">
                    <a16:rowId xmlns:a16="http://schemas.microsoft.com/office/drawing/2014/main" xmlns="" val="2608065743"/>
                  </a:ext>
                </a:extLst>
              </a:tr>
              <a:tr h="344521">
                <a:tc gridSpan="3">
                  <a:txBody>
                    <a:bodyPr/>
                    <a:lstStyle/>
                    <a:p>
                      <a:pPr marL="0" marR="0" algn="l" fontAlgn="t">
                        <a:spcBef>
                          <a:spcPts val="0"/>
                        </a:spcBef>
                        <a:spcAft>
                          <a:spcPts val="0"/>
                        </a:spcAft>
                      </a:pPr>
                      <a:r>
                        <a:rPr lang="en-US" sz="1400" b="1" i="0" u="none" strike="noStrike">
                          <a:effectLst/>
                          <a:latin typeface="Times New Roman" panose="02020603050405020304" pitchFamily="18" charset="0"/>
                          <a:ea typeface="Times New Roman" panose="02020603050405020304" pitchFamily="18" charset="0"/>
                          <a:cs typeface="Times New Roman" panose="02020603050405020304" pitchFamily="18" charset="0"/>
                        </a:rPr>
                        <a:t>Name</a:t>
                      </a:r>
                      <a:endParaRPr lang="en-US" sz="1400" b="0" i="0" u="none" strike="noStrike">
                        <a:effectLst/>
                        <a:latin typeface="Times New Roman" panose="02020603050405020304" pitchFamily="18" charset="0"/>
                        <a:cs typeface="Times New Roman" panose="02020603050405020304" pitchFamily="18" charset="0"/>
                      </a:endParaRPr>
                    </a:p>
                  </a:txBody>
                  <a:tcPr marL="79827" marR="79827" marT="39914" marB="3991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lnL w="12700" cap="flat" cmpd="sng" algn="ctr">
                      <a:solidFill>
                        <a:srgbClr val="000000"/>
                      </a:solidFill>
                      <a:prstDash val="solid"/>
                      <a:round/>
                      <a:headEnd type="none" w="med" len="med"/>
                      <a:tailEnd type="none" w="med" len="med"/>
                    </a:lnL>
                  </a:tcPr>
                </a:tc>
                <a:tc gridSpan="3">
                  <a:txBody>
                    <a:bodyPr/>
                    <a:lstStyle/>
                    <a:p>
                      <a:pPr marL="0" marR="0" algn="l" fontAlgn="t">
                        <a:spcBef>
                          <a:spcPts val="0"/>
                        </a:spcBef>
                        <a:spcAft>
                          <a:spcPts val="0"/>
                        </a:spcAft>
                      </a:pPr>
                      <a:r>
                        <a:rPr lang="en-US" sz="1400" b="0" i="0" u="none" strike="noStrike" dirty="0">
                          <a:effectLst/>
                          <a:latin typeface="Times New Roman" panose="02020603050405020304" pitchFamily="18" charset="0"/>
                          <a:ea typeface="Times New Roman" panose="02020603050405020304" pitchFamily="18" charset="0"/>
                          <a:cs typeface="Times New Roman" panose="02020603050405020304" pitchFamily="18" charset="0"/>
                        </a:rPr>
                        <a:t>Write the name of use case</a:t>
                      </a:r>
                      <a:endParaRPr lang="en-US" sz="1400" b="0" i="0" u="none" strike="noStrike" dirty="0">
                        <a:effectLst/>
                        <a:latin typeface="Times New Roman" panose="02020603050405020304" pitchFamily="18" charset="0"/>
                        <a:cs typeface="Times New Roman" panose="02020603050405020304" pitchFamily="18" charset="0"/>
                      </a:endParaRPr>
                    </a:p>
                  </a:txBody>
                  <a:tcPr marL="79827" marR="79827" marT="39914" marB="3991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lnL w="12700" cap="flat" cmpd="sng" algn="ctr">
                      <a:solidFill>
                        <a:srgbClr val="000000"/>
                      </a:solidFill>
                      <a:prstDash val="solid"/>
                      <a:round/>
                      <a:headEnd type="none" w="med" len="med"/>
                      <a:tailEnd type="none" w="med" len="med"/>
                    </a:lnL>
                  </a:tcPr>
                </a:tc>
                <a:tc hMerge="1">
                  <a:txBody>
                    <a:bodyPr/>
                    <a:lstStyle/>
                    <a:p>
                      <a:endParaRPr lang="en-US"/>
                    </a:p>
                  </a:txBody>
                  <a:tcPr/>
                </a:tc>
                <a:extLst>
                  <a:ext uri="{0D108BD9-81ED-4DB2-BD59-A6C34878D82A}">
                    <a16:rowId xmlns:a16="http://schemas.microsoft.com/office/drawing/2014/main" xmlns="" val="1984279282"/>
                  </a:ext>
                </a:extLst>
              </a:tr>
              <a:tr h="547180">
                <a:tc gridSpan="3">
                  <a:txBody>
                    <a:bodyPr/>
                    <a:lstStyle/>
                    <a:p>
                      <a:pPr marL="0" marR="0" algn="l" fontAlgn="t">
                        <a:spcBef>
                          <a:spcPts val="0"/>
                        </a:spcBef>
                        <a:spcAft>
                          <a:spcPts val="0"/>
                        </a:spcAft>
                      </a:pPr>
                      <a:r>
                        <a:rPr lang="en-US" sz="1400" b="1" i="0" u="none" strike="noStrike">
                          <a:effectLst/>
                          <a:latin typeface="Times New Roman" panose="02020603050405020304" pitchFamily="18" charset="0"/>
                          <a:ea typeface="Times New Roman" panose="02020603050405020304" pitchFamily="18" charset="0"/>
                          <a:cs typeface="Times New Roman" panose="02020603050405020304" pitchFamily="18" charset="0"/>
                        </a:rPr>
                        <a:t>Purpose</a:t>
                      </a:r>
                      <a:endParaRPr lang="en-US" sz="1400" b="0" i="0" u="none" strike="noStrike" dirty="0">
                        <a:effectLst/>
                        <a:latin typeface="Times New Roman" panose="02020603050405020304" pitchFamily="18" charset="0"/>
                        <a:cs typeface="Times New Roman" panose="02020603050405020304" pitchFamily="18" charset="0"/>
                      </a:endParaRPr>
                    </a:p>
                  </a:txBody>
                  <a:tcPr marL="79827" marR="79827" marT="39914" marB="3991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lnL w="12700" cap="flat" cmpd="sng" algn="ctr">
                      <a:solidFill>
                        <a:srgbClr val="000000"/>
                      </a:solidFill>
                      <a:prstDash val="solid"/>
                      <a:round/>
                      <a:headEnd type="none" w="med" len="med"/>
                      <a:tailEnd type="none" w="med" len="med"/>
                    </a:lnL>
                  </a:tcPr>
                </a:tc>
                <a:tc gridSpan="3">
                  <a:txBody>
                    <a:bodyPr/>
                    <a:lstStyle/>
                    <a:p>
                      <a:pPr marL="0" marR="0" algn="l" fontAlgn="t">
                        <a:spcBef>
                          <a:spcPts val="0"/>
                        </a:spcBef>
                        <a:spcAft>
                          <a:spcPts val="0"/>
                        </a:spcAft>
                      </a:pPr>
                      <a:r>
                        <a:rPr lang="en-US" sz="1400" b="0" i="0" u="none" strike="noStrike" dirty="0">
                          <a:effectLst/>
                          <a:latin typeface="Times New Roman" panose="02020603050405020304" pitchFamily="18" charset="0"/>
                          <a:ea typeface="Times New Roman" panose="02020603050405020304" pitchFamily="18" charset="0"/>
                          <a:cs typeface="Times New Roman" panose="02020603050405020304" pitchFamily="18" charset="0"/>
                        </a:rPr>
                        <a:t>Brief Description of the process (what is happening?) in the use case</a:t>
                      </a:r>
                      <a:endParaRPr lang="en-US" sz="1400" b="0" i="0" u="none" strike="noStrike" dirty="0">
                        <a:effectLst/>
                        <a:latin typeface="Times New Roman" panose="02020603050405020304" pitchFamily="18" charset="0"/>
                        <a:cs typeface="Times New Roman" panose="02020603050405020304" pitchFamily="18" charset="0"/>
                      </a:endParaRPr>
                    </a:p>
                  </a:txBody>
                  <a:tcPr marL="79827" marR="79827" marT="39914" marB="3991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lnL w="12700" cap="flat" cmpd="sng" algn="ctr">
                      <a:solidFill>
                        <a:srgbClr val="000000"/>
                      </a:solidFill>
                      <a:prstDash val="solid"/>
                      <a:round/>
                      <a:headEnd type="none" w="med" len="med"/>
                      <a:tailEnd type="none" w="med" len="med"/>
                    </a:lnL>
                  </a:tcPr>
                </a:tc>
                <a:tc hMerge="1">
                  <a:txBody>
                    <a:bodyPr/>
                    <a:lstStyle/>
                    <a:p>
                      <a:endParaRPr lang="en-US"/>
                    </a:p>
                  </a:txBody>
                  <a:tcPr/>
                </a:tc>
                <a:extLst>
                  <a:ext uri="{0D108BD9-81ED-4DB2-BD59-A6C34878D82A}">
                    <a16:rowId xmlns:a16="http://schemas.microsoft.com/office/drawing/2014/main" xmlns="" val="1534805644"/>
                  </a:ext>
                </a:extLst>
              </a:tr>
              <a:tr h="344521">
                <a:tc gridSpan="3">
                  <a:txBody>
                    <a:bodyPr/>
                    <a:lstStyle/>
                    <a:p>
                      <a:pPr marL="0" marR="0" algn="l" fontAlgn="t">
                        <a:spcBef>
                          <a:spcPts val="0"/>
                        </a:spcBef>
                        <a:spcAft>
                          <a:spcPts val="0"/>
                        </a:spcAft>
                      </a:pPr>
                      <a:r>
                        <a:rPr lang="en-US" sz="1400" b="1" i="0" u="none" strike="noStrike">
                          <a:effectLst/>
                          <a:latin typeface="Times New Roman" panose="02020603050405020304" pitchFamily="18" charset="0"/>
                          <a:ea typeface="Times New Roman" panose="02020603050405020304" pitchFamily="18" charset="0"/>
                          <a:cs typeface="Times New Roman" panose="02020603050405020304" pitchFamily="18" charset="0"/>
                        </a:rPr>
                        <a:t>Priority</a:t>
                      </a:r>
                      <a:endParaRPr lang="en-US" sz="1400" b="0" i="0" u="none" strike="noStrike">
                        <a:effectLst/>
                        <a:latin typeface="Times New Roman" panose="02020603050405020304" pitchFamily="18" charset="0"/>
                        <a:cs typeface="Times New Roman" panose="02020603050405020304" pitchFamily="18" charset="0"/>
                      </a:endParaRPr>
                    </a:p>
                  </a:txBody>
                  <a:tcPr marL="79827" marR="79827" marT="39914" marB="3991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lnL w="12700" cap="flat" cmpd="sng" algn="ctr">
                      <a:solidFill>
                        <a:srgbClr val="000000"/>
                      </a:solidFill>
                      <a:prstDash val="solid"/>
                      <a:round/>
                      <a:headEnd type="none" w="med" len="med"/>
                      <a:tailEnd type="none" w="med" len="med"/>
                    </a:lnL>
                  </a:tcPr>
                </a:tc>
                <a:tc gridSpan="3">
                  <a:txBody>
                    <a:bodyPr/>
                    <a:lstStyle/>
                    <a:p>
                      <a:pPr marL="0" marR="0" algn="l" fontAlgn="t">
                        <a:spcBef>
                          <a:spcPts val="0"/>
                        </a:spcBef>
                        <a:spcAft>
                          <a:spcPts val="0"/>
                        </a:spcAft>
                      </a:pPr>
                      <a:r>
                        <a:rPr lang="en-US" sz="1400" b="0" i="0" u="none" strike="noStrike">
                          <a:effectLst/>
                          <a:latin typeface="Times New Roman" panose="02020603050405020304" pitchFamily="18" charset="0"/>
                          <a:ea typeface="Times New Roman" panose="02020603050405020304" pitchFamily="18" charset="0"/>
                          <a:cs typeface="Times New Roman" panose="02020603050405020304" pitchFamily="18" charset="0"/>
                        </a:rPr>
                        <a:t>High/Medium/Low</a:t>
                      </a:r>
                      <a:endParaRPr lang="en-US" sz="1400" b="0" i="0" u="none" strike="noStrike" dirty="0">
                        <a:effectLst/>
                        <a:latin typeface="Times New Roman" panose="02020603050405020304" pitchFamily="18" charset="0"/>
                        <a:cs typeface="Times New Roman" panose="02020603050405020304" pitchFamily="18" charset="0"/>
                      </a:endParaRPr>
                    </a:p>
                  </a:txBody>
                  <a:tcPr marL="79827" marR="79827" marT="39914" marB="3991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lnL w="12700" cap="flat" cmpd="sng" algn="ctr">
                      <a:solidFill>
                        <a:srgbClr val="000000"/>
                      </a:solidFill>
                      <a:prstDash val="solid"/>
                      <a:round/>
                      <a:headEnd type="none" w="med" len="med"/>
                      <a:tailEnd type="none" w="med" len="med"/>
                    </a:lnL>
                  </a:tcPr>
                </a:tc>
                <a:tc hMerge="1">
                  <a:txBody>
                    <a:bodyPr/>
                    <a:lstStyle/>
                    <a:p>
                      <a:endParaRPr lang="en-US"/>
                    </a:p>
                  </a:txBody>
                  <a:tcPr/>
                </a:tc>
                <a:extLst>
                  <a:ext uri="{0D108BD9-81ED-4DB2-BD59-A6C34878D82A}">
                    <a16:rowId xmlns:a16="http://schemas.microsoft.com/office/drawing/2014/main" xmlns="" val="2525914824"/>
                  </a:ext>
                </a:extLst>
              </a:tr>
              <a:tr h="344521">
                <a:tc gridSpan="3">
                  <a:txBody>
                    <a:bodyPr/>
                    <a:lstStyle/>
                    <a:p>
                      <a:pPr marL="0" marR="0" algn="l" fontAlgn="t">
                        <a:spcBef>
                          <a:spcPts val="0"/>
                        </a:spcBef>
                        <a:spcAft>
                          <a:spcPts val="0"/>
                        </a:spcAft>
                      </a:pPr>
                      <a:r>
                        <a:rPr lang="en-US" sz="1400" b="1" i="0" u="none" strike="noStrike">
                          <a:effectLst/>
                          <a:latin typeface="Times New Roman" panose="02020603050405020304" pitchFamily="18" charset="0"/>
                          <a:ea typeface="Times New Roman" panose="02020603050405020304" pitchFamily="18" charset="0"/>
                          <a:cs typeface="Times New Roman" panose="02020603050405020304" pitchFamily="18" charset="0"/>
                        </a:rPr>
                        <a:t>Actors</a:t>
                      </a:r>
                      <a:endParaRPr lang="en-US" sz="1400" b="0" i="0" u="none" strike="noStrike">
                        <a:effectLst/>
                        <a:latin typeface="Times New Roman" panose="02020603050405020304" pitchFamily="18" charset="0"/>
                        <a:cs typeface="Times New Roman" panose="02020603050405020304" pitchFamily="18" charset="0"/>
                      </a:endParaRPr>
                    </a:p>
                  </a:txBody>
                  <a:tcPr marL="79827" marR="79827" marT="39914" marB="3991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lnL w="12700" cap="flat" cmpd="sng" algn="ctr">
                      <a:solidFill>
                        <a:srgbClr val="000000"/>
                      </a:solidFill>
                      <a:prstDash val="solid"/>
                      <a:round/>
                      <a:headEnd type="none" w="med" len="med"/>
                      <a:tailEnd type="none" w="med" len="med"/>
                    </a:lnL>
                  </a:tcPr>
                </a:tc>
                <a:tc gridSpan="3">
                  <a:txBody>
                    <a:bodyPr/>
                    <a:lstStyle/>
                    <a:p>
                      <a:pPr marL="0" marR="0" algn="l" fontAlgn="t">
                        <a:spcBef>
                          <a:spcPts val="0"/>
                        </a:spcBef>
                        <a:spcAft>
                          <a:spcPts val="0"/>
                        </a:spcAft>
                      </a:pPr>
                      <a:r>
                        <a:rPr lang="en-US" sz="1400" b="0" i="0" u="none" strike="noStrike">
                          <a:effectLst/>
                          <a:latin typeface="Times New Roman" panose="02020603050405020304" pitchFamily="18" charset="0"/>
                          <a:cs typeface="Times New Roman" panose="02020603050405020304" pitchFamily="18" charset="0"/>
                        </a:rPr>
                        <a:t>List all actors (people, systems etc.) associated with this requirement</a:t>
                      </a:r>
                      <a:endParaRPr lang="en-US" sz="1400" b="0" i="0" u="none" strike="noStrike" dirty="0">
                        <a:effectLst/>
                        <a:latin typeface="Times New Roman" panose="02020603050405020304" pitchFamily="18" charset="0"/>
                        <a:cs typeface="Times New Roman" panose="02020603050405020304" pitchFamily="18" charset="0"/>
                      </a:endParaRPr>
                    </a:p>
                  </a:txBody>
                  <a:tcPr marL="79827" marR="79827" marT="39914" marB="3991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lnL w="12700" cap="flat" cmpd="sng" algn="ctr">
                      <a:solidFill>
                        <a:srgbClr val="000000"/>
                      </a:solidFill>
                      <a:prstDash val="solid"/>
                      <a:round/>
                      <a:headEnd type="none" w="med" len="med"/>
                      <a:tailEnd type="none" w="med" len="med"/>
                    </a:lnL>
                  </a:tcPr>
                </a:tc>
                <a:tc hMerge="1">
                  <a:txBody>
                    <a:bodyPr/>
                    <a:lstStyle/>
                    <a:p>
                      <a:endParaRPr lang="en-US"/>
                    </a:p>
                  </a:txBody>
                  <a:tcPr/>
                </a:tc>
                <a:extLst>
                  <a:ext uri="{0D108BD9-81ED-4DB2-BD59-A6C34878D82A}">
                    <a16:rowId xmlns:a16="http://schemas.microsoft.com/office/drawing/2014/main" xmlns="" val="423953559"/>
                  </a:ext>
                </a:extLst>
              </a:tr>
              <a:tr h="344521">
                <a:tc gridSpan="3">
                  <a:txBody>
                    <a:bodyPr/>
                    <a:lstStyle/>
                    <a:p>
                      <a:pPr marL="0" marR="0" algn="l" fontAlgn="t">
                        <a:spcBef>
                          <a:spcPts val="0"/>
                        </a:spcBef>
                        <a:spcAft>
                          <a:spcPts val="0"/>
                        </a:spcAft>
                      </a:pPr>
                      <a:r>
                        <a:rPr lang="en-US" sz="1400" b="1" i="0" u="none" strike="noStrike">
                          <a:effectLst/>
                          <a:latin typeface="Times New Roman" panose="02020603050405020304" pitchFamily="18" charset="0"/>
                          <a:ea typeface="Times New Roman" panose="02020603050405020304" pitchFamily="18" charset="0"/>
                          <a:cs typeface="Times New Roman" panose="02020603050405020304" pitchFamily="18" charset="0"/>
                        </a:rPr>
                        <a:t>Pre-conditions</a:t>
                      </a:r>
                      <a:endParaRPr lang="en-US" sz="1400" b="0" i="0" u="none" strike="noStrike">
                        <a:effectLst/>
                        <a:latin typeface="Times New Roman" panose="02020603050405020304" pitchFamily="18" charset="0"/>
                        <a:cs typeface="Times New Roman" panose="02020603050405020304" pitchFamily="18" charset="0"/>
                      </a:endParaRPr>
                    </a:p>
                  </a:txBody>
                  <a:tcPr marL="79827" marR="79827" marT="39914" marB="3991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lnL w="12700" cap="flat" cmpd="sng" algn="ctr">
                      <a:solidFill>
                        <a:srgbClr val="000000"/>
                      </a:solidFill>
                      <a:prstDash val="solid"/>
                      <a:round/>
                      <a:headEnd type="none" w="med" len="med"/>
                      <a:tailEnd type="none" w="med" len="med"/>
                    </a:lnL>
                  </a:tcPr>
                </a:tc>
                <a:tc gridSpan="3">
                  <a:txBody>
                    <a:bodyPr/>
                    <a:lstStyle/>
                    <a:p>
                      <a:pPr marL="0" marR="0" algn="l" fontAlgn="t">
                        <a:spcBef>
                          <a:spcPts val="0"/>
                        </a:spcBef>
                        <a:spcAft>
                          <a:spcPts val="0"/>
                        </a:spcAft>
                      </a:pPr>
                      <a:r>
                        <a:rPr lang="en-US" sz="1400" b="0" i="0" u="none" strike="noStrike">
                          <a:effectLst/>
                          <a:latin typeface="Times New Roman" panose="02020603050405020304" pitchFamily="18" charset="0"/>
                          <a:ea typeface="Times New Roman" panose="02020603050405020304" pitchFamily="18" charset="0"/>
                          <a:cs typeface="Times New Roman" panose="02020603050405020304" pitchFamily="18" charset="0"/>
                        </a:rPr>
                        <a:t>What must occur before the use case begins</a:t>
                      </a:r>
                      <a:endParaRPr lang="en-US" sz="1400" b="0" i="0" u="none" strike="noStrike" dirty="0">
                        <a:effectLst/>
                        <a:latin typeface="Times New Roman" panose="02020603050405020304" pitchFamily="18" charset="0"/>
                        <a:cs typeface="Times New Roman" panose="02020603050405020304" pitchFamily="18" charset="0"/>
                      </a:endParaRPr>
                    </a:p>
                  </a:txBody>
                  <a:tcPr marL="79827" marR="79827" marT="39914" marB="3991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lnL w="12700" cap="flat" cmpd="sng" algn="ctr">
                      <a:solidFill>
                        <a:srgbClr val="000000"/>
                      </a:solidFill>
                      <a:prstDash val="solid"/>
                      <a:round/>
                      <a:headEnd type="none" w="med" len="med"/>
                      <a:tailEnd type="none" w="med" len="med"/>
                    </a:lnL>
                  </a:tcPr>
                </a:tc>
                <a:tc hMerge="1">
                  <a:txBody>
                    <a:bodyPr/>
                    <a:lstStyle/>
                    <a:p>
                      <a:endParaRPr lang="en-US"/>
                    </a:p>
                  </a:txBody>
                  <a:tcPr/>
                </a:tc>
                <a:extLst>
                  <a:ext uri="{0D108BD9-81ED-4DB2-BD59-A6C34878D82A}">
                    <a16:rowId xmlns:a16="http://schemas.microsoft.com/office/drawing/2014/main" xmlns="" val="829538880"/>
                  </a:ext>
                </a:extLst>
              </a:tr>
              <a:tr h="344521">
                <a:tc gridSpan="3">
                  <a:txBody>
                    <a:bodyPr/>
                    <a:lstStyle/>
                    <a:p>
                      <a:pPr marL="0" marR="0" algn="l" fontAlgn="t">
                        <a:spcBef>
                          <a:spcPts val="0"/>
                        </a:spcBef>
                        <a:spcAft>
                          <a:spcPts val="0"/>
                        </a:spcAft>
                      </a:pPr>
                      <a:r>
                        <a:rPr lang="en-US" sz="1400" b="1" i="0" u="none" strike="noStrike">
                          <a:effectLst/>
                          <a:latin typeface="Times New Roman" panose="02020603050405020304" pitchFamily="18" charset="0"/>
                          <a:ea typeface="Times New Roman" panose="02020603050405020304" pitchFamily="18" charset="0"/>
                          <a:cs typeface="Times New Roman" panose="02020603050405020304" pitchFamily="18" charset="0"/>
                        </a:rPr>
                        <a:t>Post-conditions</a:t>
                      </a:r>
                      <a:endParaRPr lang="en-US" sz="1400" b="0" i="0" u="none" strike="noStrike">
                        <a:effectLst/>
                        <a:latin typeface="Times New Roman" panose="02020603050405020304" pitchFamily="18" charset="0"/>
                        <a:cs typeface="Times New Roman" panose="02020603050405020304" pitchFamily="18" charset="0"/>
                      </a:endParaRPr>
                    </a:p>
                  </a:txBody>
                  <a:tcPr marL="79827" marR="79827" marT="39914" marB="3991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lnL w="12700" cap="flat" cmpd="sng" algn="ctr">
                      <a:solidFill>
                        <a:srgbClr val="000000"/>
                      </a:solidFill>
                      <a:prstDash val="solid"/>
                      <a:round/>
                      <a:headEnd type="none" w="med" len="med"/>
                      <a:tailEnd type="none" w="med" len="med"/>
                    </a:lnL>
                  </a:tcPr>
                </a:tc>
                <a:tc gridSpan="3">
                  <a:txBody>
                    <a:bodyPr/>
                    <a:lstStyle/>
                    <a:p>
                      <a:pPr marL="0" marR="0" algn="l" fontAlgn="t">
                        <a:spcBef>
                          <a:spcPts val="0"/>
                        </a:spcBef>
                        <a:spcAft>
                          <a:spcPts val="0"/>
                        </a:spcAft>
                      </a:pPr>
                      <a:r>
                        <a:rPr lang="en-US" sz="1400" b="0" i="0" u="none" strike="noStrike">
                          <a:effectLst/>
                          <a:latin typeface="Times New Roman" panose="02020603050405020304" pitchFamily="18" charset="0"/>
                          <a:ea typeface="Times New Roman" panose="02020603050405020304" pitchFamily="18" charset="0"/>
                          <a:cs typeface="Times New Roman" panose="02020603050405020304" pitchFamily="18" charset="0"/>
                        </a:rPr>
                        <a:t>What has occurred as a result of the use case</a:t>
                      </a:r>
                      <a:endParaRPr lang="en-US" sz="1400" b="0" i="0" u="none" strike="noStrike" dirty="0">
                        <a:effectLst/>
                        <a:latin typeface="Times New Roman" panose="02020603050405020304" pitchFamily="18" charset="0"/>
                        <a:cs typeface="Times New Roman" panose="02020603050405020304" pitchFamily="18" charset="0"/>
                      </a:endParaRPr>
                    </a:p>
                  </a:txBody>
                  <a:tcPr marL="79827" marR="79827" marT="39914" marB="3991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lnL w="12700" cap="flat" cmpd="sng" algn="ctr">
                      <a:solidFill>
                        <a:srgbClr val="000000"/>
                      </a:solidFill>
                      <a:prstDash val="solid"/>
                      <a:round/>
                      <a:headEnd type="none" w="med" len="med"/>
                      <a:tailEnd type="none" w="med" len="med"/>
                    </a:lnL>
                  </a:tcPr>
                </a:tc>
                <a:tc hMerge="1">
                  <a:txBody>
                    <a:bodyPr/>
                    <a:lstStyle/>
                    <a:p>
                      <a:endParaRPr lang="en-US"/>
                    </a:p>
                  </a:txBody>
                  <a:tcPr/>
                </a:tc>
                <a:extLst>
                  <a:ext uri="{0D108BD9-81ED-4DB2-BD59-A6C34878D82A}">
                    <a16:rowId xmlns:a16="http://schemas.microsoft.com/office/drawing/2014/main" xmlns="" val="2690564381"/>
                  </a:ext>
                </a:extLst>
              </a:tr>
              <a:tr h="344521">
                <a:tc gridSpan="3">
                  <a:txBody>
                    <a:bodyPr/>
                    <a:lstStyle/>
                    <a:p>
                      <a:pPr marL="0" marR="0" algn="l" fontAlgn="t">
                        <a:spcBef>
                          <a:spcPts val="0"/>
                        </a:spcBef>
                        <a:spcAft>
                          <a:spcPts val="0"/>
                        </a:spcAft>
                      </a:pPr>
                      <a:r>
                        <a:rPr lang="en-US" sz="1400" b="1" i="0" u="none" strike="noStrike">
                          <a:effectLst/>
                          <a:latin typeface="Times New Roman" panose="02020603050405020304" pitchFamily="18" charset="0"/>
                          <a:ea typeface="Times New Roman" panose="02020603050405020304" pitchFamily="18" charset="0"/>
                          <a:cs typeface="Times New Roman" panose="02020603050405020304" pitchFamily="18" charset="0"/>
                        </a:rPr>
                        <a:t>Dependencies</a:t>
                      </a:r>
                      <a:endParaRPr lang="en-US" sz="1400" b="0" i="0" u="none" strike="noStrike">
                        <a:effectLst/>
                        <a:latin typeface="Times New Roman" panose="02020603050405020304" pitchFamily="18" charset="0"/>
                        <a:cs typeface="Times New Roman" panose="02020603050405020304" pitchFamily="18" charset="0"/>
                      </a:endParaRPr>
                    </a:p>
                  </a:txBody>
                  <a:tcPr marL="79827" marR="79827" marT="39914" marB="3991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lnL w="12700" cap="flat" cmpd="sng" algn="ctr">
                      <a:solidFill>
                        <a:srgbClr val="000000"/>
                      </a:solidFill>
                      <a:prstDash val="solid"/>
                      <a:round/>
                      <a:headEnd type="none" w="med" len="med"/>
                      <a:tailEnd type="none" w="med" len="med"/>
                    </a:lnL>
                  </a:tcPr>
                </a:tc>
                <a:tc gridSpan="3">
                  <a:txBody>
                    <a:bodyPr/>
                    <a:lstStyle/>
                    <a:p>
                      <a:pPr marL="0" marR="0" algn="l" fontAlgn="t">
                        <a:spcBef>
                          <a:spcPts val="0"/>
                        </a:spcBef>
                        <a:spcAft>
                          <a:spcPts val="0"/>
                        </a:spcAft>
                      </a:pPr>
                      <a:r>
                        <a:rPr lang="en-US" sz="1400" b="0" i="0" u="none" strike="noStrike">
                          <a:effectLst/>
                          <a:latin typeface="Times New Roman" panose="02020603050405020304" pitchFamily="18" charset="0"/>
                          <a:ea typeface="Times New Roman" panose="02020603050405020304" pitchFamily="18" charset="0"/>
                          <a:cs typeface="Times New Roman" panose="02020603050405020304" pitchFamily="18" charset="0"/>
                        </a:rPr>
                        <a:t>List identifiers of use cases on which this use case is dependent</a:t>
                      </a:r>
                      <a:endParaRPr lang="en-US" sz="1400" b="0" i="0" u="none" strike="noStrike" dirty="0">
                        <a:effectLst/>
                        <a:latin typeface="Times New Roman" panose="02020603050405020304" pitchFamily="18" charset="0"/>
                        <a:cs typeface="Times New Roman" panose="02020603050405020304" pitchFamily="18" charset="0"/>
                      </a:endParaRPr>
                    </a:p>
                  </a:txBody>
                  <a:tcPr marL="79827" marR="79827" marT="39914" marB="3991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lnL w="12700" cap="flat" cmpd="sng" algn="ctr">
                      <a:solidFill>
                        <a:srgbClr val="000000"/>
                      </a:solidFill>
                      <a:prstDash val="solid"/>
                      <a:round/>
                      <a:headEnd type="none" w="med" len="med"/>
                      <a:tailEnd type="none" w="med" len="med"/>
                    </a:lnL>
                  </a:tcPr>
                </a:tc>
                <a:tc hMerge="1">
                  <a:txBody>
                    <a:bodyPr/>
                    <a:lstStyle/>
                    <a:p>
                      <a:endParaRPr lang="en-US"/>
                    </a:p>
                  </a:txBody>
                  <a:tcPr/>
                </a:tc>
                <a:extLst>
                  <a:ext uri="{0D108BD9-81ED-4DB2-BD59-A6C34878D82A}">
                    <a16:rowId xmlns:a16="http://schemas.microsoft.com/office/drawing/2014/main" xmlns="" val="3865157489"/>
                  </a:ext>
                </a:extLst>
              </a:tr>
              <a:tr h="344521">
                <a:tc gridSpan="6">
                  <a:txBody>
                    <a:bodyPr/>
                    <a:lstStyle/>
                    <a:p>
                      <a:pPr marL="0" marR="0" algn="ctr" fontAlgn="t">
                        <a:spcBef>
                          <a:spcPts val="1200"/>
                        </a:spcBef>
                        <a:spcAft>
                          <a:spcPts val="300"/>
                        </a:spcAft>
                      </a:pPr>
                      <a:r>
                        <a:rPr lang="en-US" sz="1400" b="1" i="0" u="none" strike="noStrike">
                          <a:effectLst/>
                          <a:latin typeface="Times New Roman" panose="02020603050405020304" pitchFamily="18" charset="0"/>
                          <a:ea typeface="Times New Roman" panose="02020603050405020304" pitchFamily="18" charset="0"/>
                          <a:cs typeface="Times New Roman" panose="02020603050405020304" pitchFamily="18" charset="0"/>
                        </a:rPr>
                        <a:t>Typical Course of Action (Primary Flow)</a:t>
                      </a:r>
                      <a:endParaRPr lang="en-US" sz="1400" b="1" i="0" u="none" strike="noStrike"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79827" marR="79827" marT="39914" marB="3991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lnL w="12700" cap="flat" cmpd="sng" algn="ctr">
                      <a:solidFill>
                        <a:srgbClr val="000000"/>
                      </a:solidFill>
                      <a:prstDash val="solid"/>
                      <a:round/>
                      <a:headEnd type="none" w="med" len="med"/>
                      <a:tailEnd type="none" w="med" len="med"/>
                    </a:lnL>
                  </a:tcPr>
                </a:tc>
                <a:tc hMerge="1">
                  <a:txBody>
                    <a:bodyPr/>
                    <a:lstStyle/>
                    <a:p>
                      <a:endParaRPr lang="en-US"/>
                    </a:p>
                  </a:txBody>
                  <a:tcPr/>
                </a:tc>
                <a:tc hMerge="1">
                  <a:txBody>
                    <a:bodyPr/>
                    <a:lstStyle/>
                    <a:p>
                      <a:endParaRPr lang="en-US"/>
                    </a:p>
                  </a:txBody>
                  <a:tcPr>
                    <a:lnL w="12700" cap="flat" cmpd="sng" algn="ctr">
                      <a:solidFill>
                        <a:srgbClr val="000000"/>
                      </a:solidFill>
                      <a:prstDash val="solid"/>
                      <a:round/>
                      <a:headEnd type="none" w="med" len="med"/>
                      <a:tailEnd type="none" w="med" len="med"/>
                    </a:lnL>
                  </a:tcPr>
                </a:tc>
                <a:tc hMerge="1">
                  <a:txBody>
                    <a:bodyPr/>
                    <a:lstStyle/>
                    <a:p>
                      <a:endParaRPr lang="en-US"/>
                    </a:p>
                  </a:txBody>
                  <a:tcPr/>
                </a:tc>
                <a:extLst>
                  <a:ext uri="{0D108BD9-81ED-4DB2-BD59-A6C34878D82A}">
                    <a16:rowId xmlns:a16="http://schemas.microsoft.com/office/drawing/2014/main" xmlns="" val="697752110"/>
                  </a:ext>
                </a:extLst>
              </a:tr>
              <a:tr h="344521">
                <a:tc>
                  <a:txBody>
                    <a:bodyPr/>
                    <a:lstStyle/>
                    <a:p>
                      <a:pPr marL="0" marR="0" algn="l" fontAlgn="t">
                        <a:spcBef>
                          <a:spcPts val="0"/>
                        </a:spcBef>
                        <a:spcAft>
                          <a:spcPts val="0"/>
                        </a:spcAft>
                      </a:pPr>
                      <a:r>
                        <a:rPr lang="en-US" sz="1400" b="1" i="0" u="none" strike="noStrike">
                          <a:effectLst/>
                          <a:latin typeface="Times New Roman" panose="02020603050405020304" pitchFamily="18" charset="0"/>
                          <a:ea typeface="Times New Roman" panose="02020603050405020304" pitchFamily="18" charset="0"/>
                          <a:cs typeface="Times New Roman" panose="02020603050405020304" pitchFamily="18" charset="0"/>
                        </a:rPr>
                        <a:t>S#</a:t>
                      </a:r>
                      <a:endParaRPr lang="en-US" sz="1400" b="1" i="0" u="none" strike="noStrike"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7761" marR="7761" marT="7761" marB="776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3">
                  <a:txBody>
                    <a:bodyPr/>
                    <a:lstStyle/>
                    <a:p>
                      <a:pPr marL="0" marR="0" algn="l" fontAlgn="t">
                        <a:spcBef>
                          <a:spcPts val="0"/>
                        </a:spcBef>
                        <a:spcAft>
                          <a:spcPts val="0"/>
                        </a:spcAft>
                      </a:pPr>
                      <a:r>
                        <a:rPr lang="en-US" sz="1400" b="1" i="0" u="none" strike="noStrike">
                          <a:effectLst/>
                          <a:latin typeface="Times New Roman" panose="02020603050405020304" pitchFamily="18" charset="0"/>
                          <a:ea typeface="Times New Roman" panose="02020603050405020304" pitchFamily="18" charset="0"/>
                          <a:cs typeface="Times New Roman" panose="02020603050405020304" pitchFamily="18" charset="0"/>
                        </a:rPr>
                        <a:t>Actor Action</a:t>
                      </a:r>
                      <a:endParaRPr lang="en-US" sz="1400" b="1" i="0" u="none" strike="noStrike"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79827" marR="79827" marT="39914" marB="3991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marL="0" marR="0" algn="l" fontAlgn="t">
                        <a:spcBef>
                          <a:spcPts val="0"/>
                        </a:spcBef>
                        <a:spcAft>
                          <a:spcPts val="0"/>
                        </a:spcAft>
                      </a:pPr>
                      <a:r>
                        <a:rPr lang="en-US" sz="1000" b="1" i="0" u="none" strike="noStrike" dirty="0">
                          <a:effectLst/>
                          <a:latin typeface="Times New Roman" panose="02020603050405020304" pitchFamily="18" charset="0"/>
                          <a:ea typeface="Times New Roman" panose="02020603050405020304" pitchFamily="18" charset="0"/>
                        </a:rPr>
                        <a:t>Actor Action</a:t>
                      </a:r>
                      <a:endParaRPr lang="en-US" sz="1600" b="0" i="0" u="none" strike="noStrike" dirty="0">
                        <a:effectLst/>
                        <a:latin typeface="Arial" panose="020B0604020202020204" pitchFamily="34" charset="0"/>
                      </a:endParaRPr>
                    </a:p>
                  </a:txBody>
                  <a:tcPr marL="79827" marR="79827" marT="39914" marB="3991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B w="12700" cap="flat" cmpd="sng" algn="ctr">
                      <a:solidFill>
                        <a:srgbClr val="000000"/>
                      </a:solidFill>
                      <a:prstDash val="solid"/>
                      <a:round/>
                      <a:headEnd type="none" w="med" len="med"/>
                      <a:tailEnd type="none" w="med" len="med"/>
                    </a:lnB>
                  </a:tcPr>
                </a:tc>
                <a:tc hMerge="1">
                  <a:txBody>
                    <a:bodyPr/>
                    <a:lstStyle/>
                    <a:p>
                      <a:endParaRPr lang="en-US"/>
                    </a:p>
                  </a:txBody>
                  <a:tcPr/>
                </a:tc>
                <a:tc>
                  <a:txBody>
                    <a:bodyPr/>
                    <a:lstStyle/>
                    <a:p>
                      <a:pPr marL="0" marR="0" algn="l" fontAlgn="t">
                        <a:spcBef>
                          <a:spcPts val="0"/>
                        </a:spcBef>
                        <a:spcAft>
                          <a:spcPts val="0"/>
                        </a:spcAft>
                      </a:pPr>
                      <a:r>
                        <a:rPr lang="en-US" sz="1400" b="1" i="0" u="none" strike="noStrike">
                          <a:effectLst/>
                          <a:latin typeface="Times New Roman" panose="02020603050405020304" pitchFamily="18" charset="0"/>
                          <a:ea typeface="Times New Roman" panose="02020603050405020304" pitchFamily="18" charset="0"/>
                          <a:cs typeface="Times New Roman" panose="02020603050405020304" pitchFamily="18" charset="0"/>
                        </a:rPr>
                        <a:t>S#</a:t>
                      </a:r>
                      <a:endParaRPr lang="en-US" sz="1400" b="1" i="0" u="none" strike="noStrike"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79827" marR="79827" marT="39914" marB="3991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B w="12700" cap="flat" cmpd="sng" algn="ctr">
                      <a:solidFill>
                        <a:srgbClr val="000000"/>
                      </a:solidFill>
                      <a:prstDash val="solid"/>
                      <a:round/>
                      <a:headEnd type="none" w="med" len="med"/>
                      <a:tailEnd type="none" w="med" len="med"/>
                    </a:lnB>
                  </a:tcPr>
                </a:tc>
                <a:tc>
                  <a:txBody>
                    <a:bodyPr/>
                    <a:lstStyle/>
                    <a:p>
                      <a:pPr marL="0" marR="0" algn="l" fontAlgn="t">
                        <a:spcBef>
                          <a:spcPts val="0"/>
                        </a:spcBef>
                        <a:spcAft>
                          <a:spcPts val="0"/>
                        </a:spcAft>
                      </a:pPr>
                      <a:r>
                        <a:rPr lang="en-US" sz="1400" b="1" i="0" u="none" strike="noStrike">
                          <a:effectLst/>
                          <a:latin typeface="Times New Roman" panose="02020603050405020304" pitchFamily="18" charset="0"/>
                          <a:ea typeface="Times New Roman" panose="02020603050405020304" pitchFamily="18" charset="0"/>
                          <a:cs typeface="Times New Roman" panose="02020603050405020304" pitchFamily="18" charset="0"/>
                        </a:rPr>
                        <a:t>System Response</a:t>
                      </a:r>
                      <a:endParaRPr lang="en-US" sz="1400" b="1" i="0" u="none" strike="noStrike"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7761" marR="7761" marT="7761" marB="776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2415429937"/>
                  </a:ext>
                </a:extLst>
              </a:tr>
              <a:tr h="344521">
                <a:tc>
                  <a:txBody>
                    <a:bodyPr/>
                    <a:lstStyle/>
                    <a:p>
                      <a:pPr marL="0" marR="0" algn="l" fontAlgn="t">
                        <a:spcBef>
                          <a:spcPts val="0"/>
                        </a:spcBef>
                        <a:spcAft>
                          <a:spcPts val="0"/>
                        </a:spcAft>
                      </a:pPr>
                      <a:r>
                        <a:rPr lang="en-US" sz="1400" b="0" i="0" u="none" strike="noStrike">
                          <a:effectLst/>
                          <a:latin typeface="Times New Roman" panose="02020603050405020304" pitchFamily="18" charset="0"/>
                          <a:ea typeface="Times New Roman" panose="02020603050405020304" pitchFamily="18" charset="0"/>
                          <a:cs typeface="Times New Roman" panose="02020603050405020304" pitchFamily="18" charset="0"/>
                        </a:rPr>
                        <a:t>1</a:t>
                      </a:r>
                      <a:endParaRPr lang="en-US" sz="1400" b="0" i="0" u="none" strike="noStrike" dirty="0">
                        <a:effectLst/>
                        <a:latin typeface="Times New Roman" panose="02020603050405020304" pitchFamily="18" charset="0"/>
                        <a:cs typeface="Times New Roman" panose="02020603050405020304" pitchFamily="18" charset="0"/>
                      </a:endParaRPr>
                    </a:p>
                  </a:txBody>
                  <a:tcPr marL="7761" marR="7761" marT="7761" marB="776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3">
                  <a:txBody>
                    <a:bodyPr/>
                    <a:lstStyle/>
                    <a:p>
                      <a:pPr marL="0" marR="0" algn="l" fontAlgn="t">
                        <a:spcBef>
                          <a:spcPts val="0"/>
                        </a:spcBef>
                        <a:spcAft>
                          <a:spcPts val="0"/>
                        </a:spcAft>
                      </a:pPr>
                      <a:r>
                        <a:rPr lang="en-US" sz="1400" b="0" i="0" u="none" strike="noStrike">
                          <a:effectLst/>
                          <a:latin typeface="Times New Roman" panose="02020603050405020304" pitchFamily="18" charset="0"/>
                          <a:ea typeface="Times New Roman" panose="02020603050405020304" pitchFamily="18" charset="0"/>
                          <a:cs typeface="Times New Roman" panose="02020603050405020304" pitchFamily="18" charset="0"/>
                        </a:rPr>
                        <a:t>List the actor steps here</a:t>
                      </a:r>
                      <a:endParaRPr lang="en-US" sz="1400" b="0" i="0" u="none" strike="noStrike" dirty="0">
                        <a:effectLst/>
                        <a:latin typeface="Times New Roman" panose="02020603050405020304" pitchFamily="18" charset="0"/>
                        <a:cs typeface="Times New Roman" panose="02020603050405020304" pitchFamily="18" charset="0"/>
                      </a:endParaRPr>
                    </a:p>
                  </a:txBody>
                  <a:tcPr marL="79827" marR="79827" marT="39914" marB="3991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marL="0" marR="0" algn="l" fontAlgn="t">
                        <a:spcBef>
                          <a:spcPts val="0"/>
                        </a:spcBef>
                        <a:spcAft>
                          <a:spcPts val="0"/>
                        </a:spcAft>
                      </a:pPr>
                      <a:r>
                        <a:rPr lang="en-US" sz="1000" b="0" i="0" u="none" strike="noStrike" dirty="0">
                          <a:effectLst/>
                          <a:latin typeface="Times New Roman" panose="02020603050405020304" pitchFamily="18" charset="0"/>
                          <a:ea typeface="Times New Roman" panose="02020603050405020304" pitchFamily="18" charset="0"/>
                        </a:rPr>
                        <a:t>List the actor steps here</a:t>
                      </a:r>
                      <a:endParaRPr lang="en-US" sz="1600" b="0" i="0" u="none" strike="noStrike" dirty="0">
                        <a:effectLst/>
                        <a:latin typeface="Arial" panose="020B0604020202020204" pitchFamily="34" charset="0"/>
                      </a:endParaRPr>
                    </a:p>
                  </a:txBody>
                  <a:tcPr marL="79827" marR="79827" marT="39914" marB="3991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a:txBody>
                    <a:bodyPr/>
                    <a:lstStyle/>
                    <a:p>
                      <a:pPr marL="0" marR="0" algn="l" fontAlgn="t">
                        <a:spcBef>
                          <a:spcPts val="0"/>
                        </a:spcBef>
                        <a:spcAft>
                          <a:spcPts val="0"/>
                        </a:spcAft>
                      </a:pPr>
                      <a:r>
                        <a:rPr lang="en-US" sz="1400" b="0" i="0" u="none" strike="noStrike">
                          <a:effectLst/>
                          <a:latin typeface="Times New Roman" panose="02020603050405020304" pitchFamily="18" charset="0"/>
                          <a:cs typeface="Times New Roman" panose="02020603050405020304" pitchFamily="18" charset="0"/>
                        </a:rPr>
                        <a:t>1.1</a:t>
                      </a:r>
                      <a:endParaRPr lang="en-US" sz="1400" b="0" i="0" u="none" strike="noStrike" dirty="0">
                        <a:effectLst/>
                        <a:latin typeface="Times New Roman" panose="02020603050405020304" pitchFamily="18" charset="0"/>
                        <a:cs typeface="Times New Roman" panose="02020603050405020304" pitchFamily="18" charset="0"/>
                      </a:endParaRPr>
                    </a:p>
                  </a:txBody>
                  <a:tcPr marL="79827" marR="79827" marT="39914" marB="3991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fontAlgn="t">
                        <a:spcBef>
                          <a:spcPts val="0"/>
                        </a:spcBef>
                        <a:spcAft>
                          <a:spcPts val="0"/>
                        </a:spcAft>
                      </a:pPr>
                      <a:r>
                        <a:rPr lang="en-US" sz="1400" b="0" i="0" u="none" strike="noStrike">
                          <a:effectLst/>
                          <a:latin typeface="Times New Roman" panose="02020603050405020304" pitchFamily="18" charset="0"/>
                          <a:ea typeface="Times New Roman" panose="02020603050405020304" pitchFamily="18" charset="0"/>
                          <a:cs typeface="Times New Roman" panose="02020603050405020304" pitchFamily="18" charset="0"/>
                        </a:rPr>
                        <a:t> List the system steps here</a:t>
                      </a:r>
                      <a:endParaRPr lang="en-US" sz="1400" b="0" i="0" u="none" strike="noStrike" dirty="0">
                        <a:effectLst/>
                        <a:latin typeface="Times New Roman" panose="02020603050405020304" pitchFamily="18" charset="0"/>
                        <a:cs typeface="Times New Roman" panose="02020603050405020304" pitchFamily="18" charset="0"/>
                      </a:endParaRPr>
                    </a:p>
                  </a:txBody>
                  <a:tcPr marL="7761" marR="7761" marT="7761" marB="776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718397534"/>
                  </a:ext>
                </a:extLst>
              </a:tr>
              <a:tr h="344521">
                <a:tc>
                  <a:txBody>
                    <a:bodyPr/>
                    <a:lstStyle/>
                    <a:p>
                      <a:pPr marL="0" marR="0" algn="l" fontAlgn="t">
                        <a:spcBef>
                          <a:spcPts val="0"/>
                        </a:spcBef>
                        <a:spcAft>
                          <a:spcPts val="0"/>
                        </a:spcAft>
                      </a:pPr>
                      <a:r>
                        <a:rPr lang="en-US" sz="1400" b="0" i="0" u="none" strike="noStrike">
                          <a:effectLst/>
                          <a:latin typeface="Times New Roman" panose="02020603050405020304" pitchFamily="18" charset="0"/>
                          <a:ea typeface="Times New Roman" panose="02020603050405020304" pitchFamily="18" charset="0"/>
                          <a:cs typeface="Times New Roman" panose="02020603050405020304" pitchFamily="18" charset="0"/>
                        </a:rPr>
                        <a:t>2</a:t>
                      </a:r>
                      <a:endParaRPr lang="en-US" sz="1400" b="0" i="0" u="none" strike="noStrike" dirty="0">
                        <a:effectLst/>
                        <a:latin typeface="Times New Roman" panose="02020603050405020304" pitchFamily="18" charset="0"/>
                        <a:cs typeface="Times New Roman" panose="02020603050405020304" pitchFamily="18" charset="0"/>
                      </a:endParaRPr>
                    </a:p>
                  </a:txBody>
                  <a:tcPr marL="7761" marR="7761" marT="7761" marB="776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3">
                  <a:txBody>
                    <a:bodyPr/>
                    <a:lstStyle/>
                    <a:p>
                      <a:pPr marL="0" marR="0" algn="l" fontAlgn="t">
                        <a:spcBef>
                          <a:spcPts val="0"/>
                        </a:spcBef>
                        <a:spcAft>
                          <a:spcPts val="0"/>
                        </a:spcAft>
                      </a:pPr>
                      <a:r>
                        <a:rPr lang="en-US" sz="1400" b="0" i="0" u="none" strike="noStrike">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400" b="0" i="0" u="none" strike="noStrike" dirty="0">
                        <a:effectLst/>
                        <a:latin typeface="Times New Roman" panose="02020603050405020304" pitchFamily="18" charset="0"/>
                        <a:cs typeface="Times New Roman" panose="02020603050405020304" pitchFamily="18" charset="0"/>
                      </a:endParaRPr>
                    </a:p>
                  </a:txBody>
                  <a:tcPr marL="79827" marR="79827" marT="39914" marB="3991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marL="0" marR="0" algn="l" fontAlgn="t">
                        <a:spcBef>
                          <a:spcPts val="0"/>
                        </a:spcBef>
                        <a:spcAft>
                          <a:spcPts val="0"/>
                        </a:spcAft>
                      </a:pPr>
                      <a:r>
                        <a:rPr lang="en-US" sz="1000" b="0" i="0" u="none" strike="noStrike">
                          <a:effectLst/>
                          <a:latin typeface="Times New Roman" panose="02020603050405020304" pitchFamily="18" charset="0"/>
                          <a:ea typeface="Times New Roman" panose="02020603050405020304" pitchFamily="18" charset="0"/>
                        </a:rPr>
                        <a:t> </a:t>
                      </a:r>
                      <a:endParaRPr lang="en-US" sz="1600" b="0" i="0" u="none" strike="noStrike">
                        <a:effectLst/>
                        <a:latin typeface="Arial" panose="020B0604020202020204" pitchFamily="34" charset="0"/>
                      </a:endParaRPr>
                    </a:p>
                  </a:txBody>
                  <a:tcPr marL="79827" marR="79827" marT="39914" marB="3991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US" sz="1400" b="0" i="0" u="none" strike="noStrike">
                          <a:effectLst/>
                          <a:latin typeface="Times New Roman" panose="02020603050405020304" pitchFamily="18" charset="0"/>
                          <a:cs typeface="Times New Roman" panose="02020603050405020304" pitchFamily="18" charset="0"/>
                        </a:rPr>
                        <a:t>2.1</a:t>
                      </a:r>
                      <a:endParaRPr lang="en-US" sz="1400" b="0" i="0" u="none" strike="noStrike" dirty="0">
                        <a:effectLst/>
                        <a:latin typeface="Times New Roman" panose="02020603050405020304" pitchFamily="18" charset="0"/>
                        <a:cs typeface="Times New Roman" panose="02020603050405020304" pitchFamily="18" charset="0"/>
                      </a:endParaRPr>
                    </a:p>
                  </a:txBody>
                  <a:tcPr marL="79827" marR="79827" marT="39914" marB="3991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fontAlgn="t">
                        <a:spcBef>
                          <a:spcPts val="0"/>
                        </a:spcBef>
                        <a:spcAft>
                          <a:spcPts val="0"/>
                        </a:spcAft>
                      </a:pPr>
                      <a:endParaRPr lang="en-US" sz="1400" b="0" i="0" u="none" strike="noStrike" dirty="0">
                        <a:effectLst/>
                        <a:latin typeface="Times New Roman" panose="02020603050405020304" pitchFamily="18" charset="0"/>
                        <a:cs typeface="Times New Roman" panose="02020603050405020304" pitchFamily="18" charset="0"/>
                      </a:endParaRPr>
                    </a:p>
                  </a:txBody>
                  <a:tcPr marL="7761" marR="7761" marT="7761" marB="776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836559153"/>
                  </a:ext>
                </a:extLst>
              </a:tr>
              <a:tr h="344521">
                <a:tc gridSpan="6">
                  <a:txBody>
                    <a:bodyPr/>
                    <a:lstStyle/>
                    <a:p>
                      <a:pPr marL="0" marR="0" algn="ctr" fontAlgn="t">
                        <a:spcBef>
                          <a:spcPts val="1200"/>
                        </a:spcBef>
                        <a:spcAft>
                          <a:spcPts val="300"/>
                        </a:spcAft>
                      </a:pPr>
                      <a:r>
                        <a:rPr lang="en-US" sz="1400" b="1" i="0" u="none" strike="noStrike">
                          <a:effectLst/>
                          <a:latin typeface="Times New Roman" panose="02020603050405020304" pitchFamily="18" charset="0"/>
                          <a:ea typeface="Times New Roman" panose="02020603050405020304" pitchFamily="18" charset="0"/>
                          <a:cs typeface="Times New Roman" panose="02020603050405020304" pitchFamily="18" charset="0"/>
                        </a:rPr>
                        <a:t>Alternative Course of Action</a:t>
                      </a:r>
                      <a:endParaRPr lang="en-US" sz="1400" b="0" i="0" u="none" strike="noStrike" dirty="0">
                        <a:effectLst/>
                        <a:latin typeface="Times New Roman" panose="02020603050405020304" pitchFamily="18" charset="0"/>
                        <a:cs typeface="Times New Roman" panose="02020603050405020304" pitchFamily="18" charset="0"/>
                      </a:endParaRPr>
                    </a:p>
                  </a:txBody>
                  <a:tcPr marL="79827" marR="79827" marT="39914" marB="3991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lnL w="12700" cap="flat" cmpd="sng" algn="ctr">
                      <a:solidFill>
                        <a:srgbClr val="000000"/>
                      </a:solidFill>
                      <a:prstDash val="solid"/>
                      <a:round/>
                      <a:headEnd type="none" w="med" len="med"/>
                      <a:tailEnd type="none" w="med" len="med"/>
                    </a:lnL>
                    <a:lnT w="12700" cap="flat" cmpd="sng" algn="ctr">
                      <a:solidFill>
                        <a:srgbClr val="000000"/>
                      </a:solidFill>
                      <a:prstDash val="solid"/>
                      <a:round/>
                      <a:headEnd type="none" w="med" len="med"/>
                      <a:tailEnd type="none" w="med" len="med"/>
                    </a:lnT>
                  </a:tcPr>
                </a:tc>
                <a:tc hMerge="1">
                  <a:txBody>
                    <a:bodyPr/>
                    <a:lstStyle/>
                    <a:p>
                      <a:endParaRPr lang="en-US"/>
                    </a:p>
                  </a:txBody>
                  <a:tcPr/>
                </a:tc>
                <a:tc hMerge="1">
                  <a:txBody>
                    <a:bodyPr/>
                    <a:lstStyle/>
                    <a:p>
                      <a:endParaRPr lang="en-US"/>
                    </a:p>
                  </a:txBody>
                  <a:tcPr>
                    <a:lnL w="12700" cap="flat" cmpd="sng" algn="ctr">
                      <a:solidFill>
                        <a:srgbClr val="000000"/>
                      </a:solidFill>
                      <a:prstDash val="solid"/>
                      <a:round/>
                      <a:headEnd type="none" w="med" len="med"/>
                      <a:tailEnd type="none" w="med" len="med"/>
                    </a:lnL>
                    <a:lnT w="12700" cap="flat" cmpd="sng" algn="ctr">
                      <a:solidFill>
                        <a:srgbClr val="000000"/>
                      </a:solidFill>
                      <a:prstDash val="solid"/>
                      <a:round/>
                      <a:headEnd type="none" w="med" len="med"/>
                      <a:tailEnd type="none" w="med" len="med"/>
                    </a:lnT>
                  </a:tcPr>
                </a:tc>
                <a:tc hMerge="1">
                  <a:txBody>
                    <a:bodyPr/>
                    <a:lstStyle/>
                    <a:p>
                      <a:endParaRPr lang="en-US"/>
                    </a:p>
                  </a:txBody>
                  <a:tcPr/>
                </a:tc>
                <a:extLst>
                  <a:ext uri="{0D108BD9-81ED-4DB2-BD59-A6C34878D82A}">
                    <a16:rowId xmlns:a16="http://schemas.microsoft.com/office/drawing/2014/main" xmlns="" val="1573342372"/>
                  </a:ext>
                </a:extLst>
              </a:tr>
              <a:tr h="344521">
                <a:tc gridSpan="2">
                  <a:txBody>
                    <a:bodyPr/>
                    <a:lstStyle/>
                    <a:p>
                      <a:pPr marL="0" marR="0" algn="l" fontAlgn="t">
                        <a:spcBef>
                          <a:spcPts val="0"/>
                        </a:spcBef>
                        <a:spcAft>
                          <a:spcPts val="0"/>
                        </a:spcAft>
                      </a:pPr>
                      <a:r>
                        <a:rPr lang="en-US" sz="1400" b="1" i="0" u="none" strike="noStrike">
                          <a:effectLst/>
                          <a:latin typeface="Times New Roman" panose="02020603050405020304" pitchFamily="18" charset="0"/>
                          <a:ea typeface="Times New Roman" panose="02020603050405020304" pitchFamily="18" charset="0"/>
                          <a:cs typeface="Times New Roman" panose="02020603050405020304" pitchFamily="18" charset="0"/>
                        </a:rPr>
                        <a:t>S#</a:t>
                      </a:r>
                      <a:endParaRPr lang="en-US" sz="1400" b="0" i="0" u="none" strike="noStrike">
                        <a:effectLst/>
                        <a:latin typeface="Times New Roman" panose="02020603050405020304" pitchFamily="18" charset="0"/>
                        <a:cs typeface="Times New Roman" panose="02020603050405020304" pitchFamily="18" charset="0"/>
                      </a:endParaRPr>
                    </a:p>
                  </a:txBody>
                  <a:tcPr marL="7761" marR="7761" marT="7761" marB="776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marL="0" marR="0" algn="l" fontAlgn="t">
                        <a:spcBef>
                          <a:spcPts val="0"/>
                        </a:spcBef>
                        <a:spcAft>
                          <a:spcPts val="0"/>
                        </a:spcAft>
                      </a:pPr>
                      <a:endParaRPr lang="en-US" sz="1600" b="0" i="0" u="none" strike="noStrike">
                        <a:effectLst/>
                        <a:latin typeface="Arial" panose="020B0604020202020204" pitchFamily="34" charset="0"/>
                      </a:endParaRPr>
                    </a:p>
                  </a:txBody>
                  <a:tcPr marL="7761" marR="7761" marT="7761" marB="776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marL="0" marR="0" algn="l" fontAlgn="t">
                        <a:spcBef>
                          <a:spcPts val="0"/>
                        </a:spcBef>
                        <a:spcAft>
                          <a:spcPts val="0"/>
                        </a:spcAft>
                      </a:pPr>
                      <a:r>
                        <a:rPr lang="en-US" sz="1400" b="1" i="0" u="none" strike="noStrike">
                          <a:effectLst/>
                          <a:latin typeface="Times New Roman" panose="02020603050405020304" pitchFamily="18" charset="0"/>
                          <a:ea typeface="Times New Roman" panose="02020603050405020304" pitchFamily="18" charset="0"/>
                          <a:cs typeface="Times New Roman" panose="02020603050405020304" pitchFamily="18" charset="0"/>
                        </a:rPr>
                        <a:t>Actor Action</a:t>
                      </a:r>
                      <a:endParaRPr lang="en-US" sz="1400" b="0" i="0" u="none" strike="noStrike">
                        <a:effectLst/>
                        <a:latin typeface="Times New Roman" panose="02020603050405020304" pitchFamily="18" charset="0"/>
                        <a:cs typeface="Times New Roman" panose="02020603050405020304" pitchFamily="18" charset="0"/>
                      </a:endParaRPr>
                    </a:p>
                  </a:txBody>
                  <a:tcPr marL="79827" marR="79827" marT="39914" marB="3991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B w="12700" cap="flat" cmpd="sng" algn="ctr">
                      <a:solidFill>
                        <a:srgbClr val="000000"/>
                      </a:solidFill>
                      <a:prstDash val="solid"/>
                      <a:round/>
                      <a:headEnd type="none" w="med" len="med"/>
                      <a:tailEnd type="none" w="med" len="med"/>
                    </a:lnB>
                  </a:tcPr>
                </a:tc>
                <a:tc hMerge="1">
                  <a:txBody>
                    <a:bodyPr/>
                    <a:lstStyle/>
                    <a:p>
                      <a:endParaRPr lang="en-US"/>
                    </a:p>
                  </a:txBody>
                  <a:tcPr/>
                </a:tc>
                <a:tc>
                  <a:txBody>
                    <a:bodyPr/>
                    <a:lstStyle/>
                    <a:p>
                      <a:pPr marL="0" marR="0" algn="l" fontAlgn="t">
                        <a:spcBef>
                          <a:spcPts val="0"/>
                        </a:spcBef>
                        <a:spcAft>
                          <a:spcPts val="0"/>
                        </a:spcAft>
                      </a:pPr>
                      <a:r>
                        <a:rPr lang="en-US" sz="1400" b="0" i="0" u="none" strike="noStrike">
                          <a:effectLst/>
                          <a:latin typeface="Times New Roman" panose="02020603050405020304" pitchFamily="18" charset="0"/>
                          <a:cs typeface="Times New Roman" panose="02020603050405020304" pitchFamily="18" charset="0"/>
                        </a:rPr>
                        <a:t>S#</a:t>
                      </a:r>
                    </a:p>
                  </a:txBody>
                  <a:tcPr marL="79827" marR="79827" marT="39914" marB="3991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B w="12700" cap="flat" cmpd="sng" algn="ctr">
                      <a:solidFill>
                        <a:srgbClr val="000000"/>
                      </a:solidFill>
                      <a:prstDash val="solid"/>
                      <a:round/>
                      <a:headEnd type="none" w="med" len="med"/>
                      <a:tailEnd type="none" w="med" len="med"/>
                    </a:lnB>
                  </a:tcPr>
                </a:tc>
                <a:tc>
                  <a:txBody>
                    <a:bodyPr/>
                    <a:lstStyle/>
                    <a:p>
                      <a:pPr marL="0" marR="0" algn="l" fontAlgn="t">
                        <a:spcBef>
                          <a:spcPts val="0"/>
                        </a:spcBef>
                        <a:spcAft>
                          <a:spcPts val="0"/>
                        </a:spcAft>
                      </a:pPr>
                      <a:r>
                        <a:rPr lang="en-US" sz="1400" b="1" i="0" u="none" strike="noStrike">
                          <a:effectLst/>
                          <a:latin typeface="Times New Roman" panose="02020603050405020304" pitchFamily="18" charset="0"/>
                          <a:ea typeface="Times New Roman" panose="02020603050405020304" pitchFamily="18" charset="0"/>
                          <a:cs typeface="Times New Roman" panose="02020603050405020304" pitchFamily="18" charset="0"/>
                        </a:rPr>
                        <a:t>System Response</a:t>
                      </a:r>
                      <a:endParaRPr lang="en-US" sz="1400" b="0" i="0" u="none" strike="noStrike" dirty="0">
                        <a:effectLst/>
                        <a:latin typeface="Times New Roman" panose="02020603050405020304" pitchFamily="18" charset="0"/>
                        <a:cs typeface="Times New Roman" panose="02020603050405020304" pitchFamily="18" charset="0"/>
                      </a:endParaRPr>
                    </a:p>
                  </a:txBody>
                  <a:tcPr marL="7761" marR="7761" marT="7761" marB="776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477387366"/>
                  </a:ext>
                </a:extLst>
              </a:tr>
              <a:tr h="344521">
                <a:tc gridSpan="2">
                  <a:txBody>
                    <a:bodyPr/>
                    <a:lstStyle/>
                    <a:p>
                      <a:pPr marL="0" marR="0" algn="l" fontAlgn="t">
                        <a:spcBef>
                          <a:spcPts val="0"/>
                        </a:spcBef>
                        <a:spcAft>
                          <a:spcPts val="0"/>
                        </a:spcAft>
                      </a:pPr>
                      <a:r>
                        <a:rPr lang="en-US" sz="1400" b="0" i="0" u="none" strike="noStrike">
                          <a:effectLst/>
                          <a:latin typeface="Times New Roman" panose="02020603050405020304" pitchFamily="18" charset="0"/>
                          <a:cs typeface="Times New Roman" panose="02020603050405020304" pitchFamily="18" charset="0"/>
                        </a:rPr>
                        <a:t>1</a:t>
                      </a:r>
                      <a:endParaRPr lang="en-US" sz="1400" b="0" i="0" u="none" strike="noStrike" dirty="0">
                        <a:effectLst/>
                        <a:latin typeface="Times New Roman" panose="02020603050405020304" pitchFamily="18" charset="0"/>
                        <a:cs typeface="Times New Roman" panose="02020603050405020304" pitchFamily="18" charset="0"/>
                      </a:endParaRPr>
                    </a:p>
                  </a:txBody>
                  <a:tcPr marL="7761" marR="7761" marT="7761" marB="776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marL="0" marR="0" algn="l" fontAlgn="t">
                        <a:spcBef>
                          <a:spcPts val="0"/>
                        </a:spcBef>
                        <a:spcAft>
                          <a:spcPts val="0"/>
                        </a:spcAft>
                      </a:pPr>
                      <a:endParaRPr lang="en-US" sz="1600" b="0" i="0" u="none" strike="noStrike" dirty="0">
                        <a:effectLst/>
                        <a:latin typeface="Arial" panose="020B0604020202020204" pitchFamily="34" charset="0"/>
                      </a:endParaRPr>
                    </a:p>
                  </a:txBody>
                  <a:tcPr marL="7761" marR="7761" marT="7761" marB="776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US" sz="1400" b="0" i="0" u="none" strike="noStrike">
                          <a:effectLst/>
                          <a:latin typeface="Times New Roman" panose="02020603050405020304" pitchFamily="18" charset="0"/>
                          <a:ea typeface="Times New Roman" panose="02020603050405020304" pitchFamily="18" charset="0"/>
                          <a:cs typeface="Times New Roman" panose="02020603050405020304" pitchFamily="18" charset="0"/>
                        </a:rPr>
                        <a:t> List the actor steps here</a:t>
                      </a:r>
                      <a:endParaRPr lang="en-US" sz="1400" b="0" i="0" u="none" strike="noStrike" dirty="0">
                        <a:effectLst/>
                        <a:latin typeface="Times New Roman" panose="02020603050405020304" pitchFamily="18" charset="0"/>
                        <a:cs typeface="Times New Roman" panose="02020603050405020304" pitchFamily="18" charset="0"/>
                      </a:endParaRPr>
                    </a:p>
                  </a:txBody>
                  <a:tcPr marL="79827" marR="79827" marT="39914" marB="3991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a:txBody>
                    <a:bodyPr/>
                    <a:lstStyle/>
                    <a:p>
                      <a:pPr marL="0" marR="0" algn="l" fontAlgn="t">
                        <a:spcBef>
                          <a:spcPts val="0"/>
                        </a:spcBef>
                        <a:spcAft>
                          <a:spcPts val="0"/>
                        </a:spcAft>
                      </a:pPr>
                      <a:r>
                        <a:rPr lang="en-US" sz="1400" b="0" i="0" u="none" strike="noStrike">
                          <a:effectLst/>
                          <a:latin typeface="Times New Roman" panose="02020603050405020304" pitchFamily="18" charset="0"/>
                          <a:cs typeface="Times New Roman" panose="02020603050405020304" pitchFamily="18" charset="0"/>
                        </a:rPr>
                        <a:t>1.1</a:t>
                      </a:r>
                      <a:endParaRPr lang="en-US" sz="1400" b="0" i="0" u="none" strike="noStrike" dirty="0">
                        <a:effectLst/>
                        <a:latin typeface="Times New Roman" panose="02020603050405020304" pitchFamily="18" charset="0"/>
                        <a:cs typeface="Times New Roman" panose="02020603050405020304" pitchFamily="18" charset="0"/>
                      </a:endParaRPr>
                    </a:p>
                  </a:txBody>
                  <a:tcPr marL="79827" marR="79827" marT="39914" marB="3991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fontAlgn="t">
                        <a:spcBef>
                          <a:spcPts val="0"/>
                        </a:spcBef>
                        <a:spcAft>
                          <a:spcPts val="0"/>
                        </a:spcAft>
                      </a:pPr>
                      <a:r>
                        <a:rPr lang="en-US" sz="1400" b="0" i="0" u="none" strike="noStrike">
                          <a:effectLst/>
                          <a:latin typeface="Times New Roman" panose="02020603050405020304" pitchFamily="18" charset="0"/>
                          <a:ea typeface="Times New Roman" panose="02020603050405020304" pitchFamily="18" charset="0"/>
                          <a:cs typeface="Times New Roman" panose="02020603050405020304" pitchFamily="18" charset="0"/>
                        </a:rPr>
                        <a:t> List the system steps here</a:t>
                      </a:r>
                      <a:endParaRPr lang="en-US" sz="1400" b="0" i="0" u="none" strike="noStrike" dirty="0">
                        <a:effectLst/>
                        <a:latin typeface="Times New Roman" panose="02020603050405020304" pitchFamily="18" charset="0"/>
                        <a:cs typeface="Times New Roman" panose="02020603050405020304" pitchFamily="18" charset="0"/>
                      </a:endParaRPr>
                    </a:p>
                  </a:txBody>
                  <a:tcPr marL="7761" marR="7761" marT="7761" marB="776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211826274"/>
                  </a:ext>
                </a:extLst>
              </a:tr>
              <a:tr h="344521">
                <a:tc gridSpan="6">
                  <a:txBody>
                    <a:bodyPr/>
                    <a:lstStyle/>
                    <a:p>
                      <a:pPr marL="0" marR="0" algn="l" fontAlgn="t">
                        <a:spcBef>
                          <a:spcPts val="0"/>
                        </a:spcBef>
                        <a:spcAft>
                          <a:spcPts val="0"/>
                        </a:spcAft>
                      </a:pPr>
                      <a:r>
                        <a:rPr lang="en-US" sz="1400" b="1" i="0" u="none" strike="noStrike" dirty="0">
                          <a:effectLst/>
                          <a:latin typeface="Times New Roman" panose="02020603050405020304" pitchFamily="18" charset="0"/>
                          <a:cs typeface="Times New Roman" panose="02020603050405020304" pitchFamily="18" charset="0"/>
                        </a:rPr>
                        <a:t>Exceptions:</a:t>
                      </a:r>
                      <a:r>
                        <a:rPr lang="en-US" sz="1400" b="0" i="0" u="none" strike="noStrike" dirty="0">
                          <a:effectLst/>
                          <a:latin typeface="Times New Roman" panose="02020603050405020304" pitchFamily="18" charset="0"/>
                          <a:cs typeface="Times New Roman" panose="02020603050405020304" pitchFamily="18" charset="0"/>
                        </a:rPr>
                        <a:t> List the sequence of actions that prevents getting to the post condition</a:t>
                      </a:r>
                    </a:p>
                  </a:txBody>
                  <a:tcPr marL="7761" marR="7761" marT="7761" marB="776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pPr marL="0" marR="0" lvl="0" indent="0" algn="l" defTabSz="914400" rtl="0" eaLnBrk="1" fontAlgn="t" latinLnBrk="0" hangingPunct="1">
                        <a:lnSpc>
                          <a:spcPct val="100000"/>
                        </a:lnSpc>
                        <a:spcBef>
                          <a:spcPts val="0"/>
                        </a:spcBef>
                        <a:spcAft>
                          <a:spcPts val="0"/>
                        </a:spcAft>
                        <a:buClrTx/>
                        <a:buSzTx/>
                        <a:buFontTx/>
                        <a:buNone/>
                        <a:tabLst/>
                        <a:defRPr/>
                      </a:pPr>
                      <a:endParaRPr lang="en-US" sz="1000" b="0" i="0" u="none" strike="noStrike" dirty="0">
                        <a:effectLst/>
                        <a:latin typeface="Arial" panose="020B0604020202020204" pitchFamily="34" charset="0"/>
                      </a:endParaRPr>
                    </a:p>
                  </a:txBody>
                  <a:tcPr marL="79827" marR="79827" marT="39914" marB="3991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pPr marL="0" marR="0" algn="l" fontAlgn="t">
                        <a:spcBef>
                          <a:spcPts val="0"/>
                        </a:spcBef>
                        <a:spcAft>
                          <a:spcPts val="0"/>
                        </a:spcAft>
                      </a:pPr>
                      <a:endParaRPr lang="en-US" sz="1600" b="0" i="0" u="none" strike="noStrike" dirty="0">
                        <a:effectLst/>
                        <a:latin typeface="Arial" panose="020B0604020202020204" pitchFamily="34" charset="0"/>
                      </a:endParaRPr>
                    </a:p>
                  </a:txBody>
                  <a:tcPr marL="79827" marR="79827" marT="39914" marB="3991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marL="0" marR="0" algn="l" fontAlgn="t">
                        <a:spcBef>
                          <a:spcPts val="0"/>
                        </a:spcBef>
                        <a:spcAft>
                          <a:spcPts val="0"/>
                        </a:spcAft>
                      </a:pPr>
                      <a:endParaRPr lang="en-US" sz="1600" b="0" i="0" u="none" strike="noStrike" dirty="0">
                        <a:effectLst/>
                        <a:latin typeface="Arial" panose="020B0604020202020204" pitchFamily="34" charset="0"/>
                      </a:endParaRPr>
                    </a:p>
                  </a:txBody>
                  <a:tcPr marL="7761" marR="7761" marT="7761" marB="776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154610929"/>
                  </a:ext>
                </a:extLst>
              </a:tr>
            </a:tbl>
          </a:graphicData>
        </a:graphic>
      </p:graphicFrame>
    </p:spTree>
    <p:extLst>
      <p:ext uri="{BB962C8B-B14F-4D97-AF65-F5344CB8AC3E}">
        <p14:creationId xmlns:p14="http://schemas.microsoft.com/office/powerpoint/2010/main" val="192309766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7" name="Content Placeholder 6">
            <a:extLst>
              <a:ext uri="{FF2B5EF4-FFF2-40B4-BE49-F238E27FC236}">
                <a16:creationId xmlns:a16="http://schemas.microsoft.com/office/drawing/2014/main" xmlns="" id="{B5D1D39B-072E-BC4C-9F48-4DF5B237DC5C}"/>
              </a:ext>
            </a:extLst>
          </p:cNvPr>
          <p:cNvGraphicFramePr>
            <a:graphicFrameLocks noGrp="1"/>
          </p:cNvGraphicFramePr>
          <p:nvPr>
            <p:ph idx="1"/>
            <p:extLst>
              <p:ext uri="{D42A27DB-BD31-4B8C-83A1-F6EECF244321}">
                <p14:modId xmlns:p14="http://schemas.microsoft.com/office/powerpoint/2010/main" val="2337228475"/>
              </p:ext>
            </p:extLst>
          </p:nvPr>
        </p:nvGraphicFramePr>
        <p:xfrm>
          <a:off x="276224" y="59839"/>
          <a:ext cx="8591551" cy="6738322"/>
        </p:xfrm>
        <a:graphic>
          <a:graphicData uri="http://schemas.openxmlformats.org/drawingml/2006/table">
            <a:tbl>
              <a:tblPr/>
              <a:tblGrid>
                <a:gridCol w="472649">
                  <a:extLst>
                    <a:ext uri="{9D8B030D-6E8A-4147-A177-3AD203B41FA5}">
                      <a16:colId xmlns:a16="http://schemas.microsoft.com/office/drawing/2014/main" xmlns="" val="744886837"/>
                    </a:ext>
                  </a:extLst>
                </a:gridCol>
                <a:gridCol w="1809828">
                  <a:extLst>
                    <a:ext uri="{9D8B030D-6E8A-4147-A177-3AD203B41FA5}">
                      <a16:colId xmlns:a16="http://schemas.microsoft.com/office/drawing/2014/main" xmlns="" val="1590108431"/>
                    </a:ext>
                  </a:extLst>
                </a:gridCol>
                <a:gridCol w="1411088">
                  <a:extLst>
                    <a:ext uri="{9D8B030D-6E8A-4147-A177-3AD203B41FA5}">
                      <a16:colId xmlns:a16="http://schemas.microsoft.com/office/drawing/2014/main" xmlns="" val="1709647268"/>
                    </a:ext>
                  </a:extLst>
                </a:gridCol>
                <a:gridCol w="562064">
                  <a:extLst>
                    <a:ext uri="{9D8B030D-6E8A-4147-A177-3AD203B41FA5}">
                      <a16:colId xmlns:a16="http://schemas.microsoft.com/office/drawing/2014/main" xmlns="" val="2064340745"/>
                    </a:ext>
                  </a:extLst>
                </a:gridCol>
                <a:gridCol w="4335922">
                  <a:extLst>
                    <a:ext uri="{9D8B030D-6E8A-4147-A177-3AD203B41FA5}">
                      <a16:colId xmlns:a16="http://schemas.microsoft.com/office/drawing/2014/main" xmlns="" val="1869529239"/>
                    </a:ext>
                  </a:extLst>
                </a:gridCol>
              </a:tblGrid>
              <a:tr h="294621">
                <a:tc gridSpan="2">
                  <a:txBody>
                    <a:bodyPr/>
                    <a:lstStyle/>
                    <a:p>
                      <a:pPr marL="0" marR="0" algn="l" fontAlgn="t">
                        <a:spcBef>
                          <a:spcPts val="0"/>
                        </a:spcBef>
                        <a:spcAft>
                          <a:spcPts val="0"/>
                        </a:spcAft>
                      </a:pPr>
                      <a:r>
                        <a:rPr lang="en-US" sz="1300" b="1" i="0" u="none" strike="noStrike" dirty="0">
                          <a:effectLst/>
                          <a:latin typeface="+mn-lt"/>
                          <a:ea typeface="Times New Roman" panose="02020603050405020304" pitchFamily="18" charset="0"/>
                          <a:cs typeface="Times New Roman" panose="02020603050405020304" pitchFamily="18" charset="0"/>
                        </a:rPr>
                        <a:t>Identifier</a:t>
                      </a:r>
                      <a:endParaRPr lang="en-US" sz="1300" b="0" i="0" u="none" strike="noStrike" dirty="0">
                        <a:effectLst/>
                        <a:latin typeface="+mn-lt"/>
                        <a:cs typeface="Times New Roman" panose="02020603050405020304" pitchFamily="18" charset="0"/>
                      </a:endParaRPr>
                    </a:p>
                  </a:txBody>
                  <a:tcPr marL="79827" marR="79827" marT="39914" marB="3991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gridSpan="3">
                  <a:txBody>
                    <a:bodyPr/>
                    <a:lstStyle/>
                    <a:p>
                      <a:pPr marL="0" marR="0" algn="l" fontAlgn="t">
                        <a:spcBef>
                          <a:spcPts val="0"/>
                        </a:spcBef>
                        <a:spcAft>
                          <a:spcPts val="0"/>
                        </a:spcAft>
                      </a:pPr>
                      <a:r>
                        <a:rPr lang="en-US" sz="1300" b="0" i="0" u="none" strike="noStrike" dirty="0">
                          <a:effectLst/>
                          <a:latin typeface="+mn-lt"/>
                          <a:cs typeface="Times New Roman" panose="02020603050405020304" pitchFamily="18" charset="0"/>
                        </a:rPr>
                        <a:t>UC-01</a:t>
                      </a:r>
                    </a:p>
                  </a:txBody>
                  <a:tcPr marL="79827" marR="79827" marT="39914" marB="3991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lnL w="12700" cap="flat" cmpd="sng" algn="ctr">
                      <a:solidFill>
                        <a:srgbClr val="000000"/>
                      </a:solidFill>
                      <a:prstDash val="solid"/>
                      <a:round/>
                      <a:headEnd type="none" w="med" len="med"/>
                      <a:tailEnd type="none" w="med" len="med"/>
                    </a:lnL>
                  </a:tcPr>
                </a:tc>
                <a:tc hMerge="1">
                  <a:txBody>
                    <a:bodyPr/>
                    <a:lstStyle/>
                    <a:p>
                      <a:endParaRPr lang="en-US"/>
                    </a:p>
                  </a:txBody>
                  <a:tcPr/>
                </a:tc>
                <a:extLst>
                  <a:ext uri="{0D108BD9-81ED-4DB2-BD59-A6C34878D82A}">
                    <a16:rowId xmlns:a16="http://schemas.microsoft.com/office/drawing/2014/main" xmlns="" val="2608065743"/>
                  </a:ext>
                </a:extLst>
              </a:tr>
              <a:tr h="303575">
                <a:tc gridSpan="2">
                  <a:txBody>
                    <a:bodyPr/>
                    <a:lstStyle/>
                    <a:p>
                      <a:pPr marL="0" marR="0" algn="l" fontAlgn="t">
                        <a:spcBef>
                          <a:spcPts val="0"/>
                        </a:spcBef>
                        <a:spcAft>
                          <a:spcPts val="0"/>
                        </a:spcAft>
                      </a:pPr>
                      <a:r>
                        <a:rPr lang="en-US" sz="1300" b="1" i="0" u="none" strike="noStrike">
                          <a:effectLst/>
                          <a:latin typeface="+mn-lt"/>
                          <a:ea typeface="Times New Roman" panose="02020603050405020304" pitchFamily="18" charset="0"/>
                          <a:cs typeface="Times New Roman" panose="02020603050405020304" pitchFamily="18" charset="0"/>
                        </a:rPr>
                        <a:t>Name</a:t>
                      </a:r>
                      <a:endParaRPr lang="en-US" sz="1300" b="0" i="0" u="none" strike="noStrike">
                        <a:effectLst/>
                        <a:latin typeface="+mn-lt"/>
                        <a:cs typeface="Times New Roman" panose="02020603050405020304" pitchFamily="18" charset="0"/>
                      </a:endParaRPr>
                    </a:p>
                  </a:txBody>
                  <a:tcPr marL="79827" marR="79827" marT="39914" marB="3991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gridSpan="3">
                  <a:txBody>
                    <a:bodyPr/>
                    <a:lstStyle/>
                    <a:p>
                      <a:pPr marL="0" marR="0" algn="l" fontAlgn="t">
                        <a:spcBef>
                          <a:spcPts val="0"/>
                        </a:spcBef>
                        <a:spcAft>
                          <a:spcPts val="0"/>
                        </a:spcAft>
                      </a:pPr>
                      <a:r>
                        <a:rPr lang="en-US" sz="1300" dirty="0">
                          <a:latin typeface="+mn-lt"/>
                        </a:rPr>
                        <a:t>Process Customer Order</a:t>
                      </a:r>
                      <a:endParaRPr lang="en-US" sz="1300" b="0" i="0" u="none" strike="noStrike" dirty="0">
                        <a:effectLst/>
                        <a:latin typeface="+mn-lt"/>
                        <a:cs typeface="Times New Roman" panose="02020603050405020304" pitchFamily="18" charset="0"/>
                      </a:endParaRPr>
                    </a:p>
                  </a:txBody>
                  <a:tcPr marL="79827" marR="79827" marT="39914" marB="3991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lnL w="12700" cap="flat" cmpd="sng" algn="ctr">
                      <a:solidFill>
                        <a:srgbClr val="000000"/>
                      </a:solidFill>
                      <a:prstDash val="solid"/>
                      <a:round/>
                      <a:headEnd type="none" w="med" len="med"/>
                      <a:tailEnd type="none" w="med" len="med"/>
                    </a:lnL>
                  </a:tcPr>
                </a:tc>
                <a:tc hMerge="1">
                  <a:txBody>
                    <a:bodyPr/>
                    <a:lstStyle/>
                    <a:p>
                      <a:endParaRPr lang="en-US"/>
                    </a:p>
                  </a:txBody>
                  <a:tcPr/>
                </a:tc>
                <a:extLst>
                  <a:ext uri="{0D108BD9-81ED-4DB2-BD59-A6C34878D82A}">
                    <a16:rowId xmlns:a16="http://schemas.microsoft.com/office/drawing/2014/main" xmlns="" val="1984279282"/>
                  </a:ext>
                </a:extLst>
              </a:tr>
              <a:tr h="480046">
                <a:tc gridSpan="2">
                  <a:txBody>
                    <a:bodyPr/>
                    <a:lstStyle/>
                    <a:p>
                      <a:pPr marL="0" marR="0" algn="l" fontAlgn="t">
                        <a:spcBef>
                          <a:spcPts val="0"/>
                        </a:spcBef>
                        <a:spcAft>
                          <a:spcPts val="0"/>
                        </a:spcAft>
                      </a:pPr>
                      <a:r>
                        <a:rPr lang="en-US" sz="1300" b="1" i="0" u="none" strike="noStrike" dirty="0">
                          <a:effectLst/>
                          <a:latin typeface="+mn-lt"/>
                          <a:ea typeface="Times New Roman" panose="02020603050405020304" pitchFamily="18" charset="0"/>
                          <a:cs typeface="Times New Roman" panose="02020603050405020304" pitchFamily="18" charset="0"/>
                        </a:rPr>
                        <a:t>Purpose</a:t>
                      </a:r>
                      <a:endParaRPr lang="en-US" sz="1300" b="0" i="0" u="none" strike="noStrike" dirty="0">
                        <a:effectLst/>
                        <a:latin typeface="+mn-lt"/>
                        <a:cs typeface="Times New Roman" panose="02020603050405020304" pitchFamily="18" charset="0"/>
                      </a:endParaRPr>
                    </a:p>
                  </a:txBody>
                  <a:tcPr marL="79827" marR="79827" marT="39914" marB="3991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gridSpan="3">
                  <a:txBody>
                    <a:bodyPr/>
                    <a:lstStyle/>
                    <a:p>
                      <a:pPr marL="0" marR="0" algn="l" fontAlgn="t">
                        <a:spcBef>
                          <a:spcPts val="0"/>
                        </a:spcBef>
                        <a:spcAft>
                          <a:spcPts val="0"/>
                        </a:spcAft>
                      </a:pPr>
                      <a:r>
                        <a:rPr lang="en-US" sz="1300" dirty="0">
                          <a:latin typeface="+mn-lt"/>
                        </a:rPr>
                        <a:t>This use case describes the procedure for processing a customer's order, from placing the order to confirming the payment and shipment.</a:t>
                      </a:r>
                      <a:endParaRPr lang="en-US" sz="1300" b="0" i="0" u="none" strike="noStrike" dirty="0">
                        <a:effectLst/>
                        <a:latin typeface="+mn-lt"/>
                        <a:cs typeface="Times New Roman" panose="02020603050405020304" pitchFamily="18" charset="0"/>
                      </a:endParaRPr>
                    </a:p>
                  </a:txBody>
                  <a:tcPr marL="79827" marR="79827" marT="39914" marB="3991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lnL w="12700" cap="flat" cmpd="sng" algn="ctr">
                      <a:solidFill>
                        <a:srgbClr val="000000"/>
                      </a:solidFill>
                      <a:prstDash val="solid"/>
                      <a:round/>
                      <a:headEnd type="none" w="med" len="med"/>
                      <a:tailEnd type="none" w="med" len="med"/>
                    </a:lnL>
                  </a:tcPr>
                </a:tc>
                <a:tc hMerge="1">
                  <a:txBody>
                    <a:bodyPr/>
                    <a:lstStyle/>
                    <a:p>
                      <a:endParaRPr lang="en-US"/>
                    </a:p>
                  </a:txBody>
                  <a:tcPr/>
                </a:tc>
                <a:extLst>
                  <a:ext uri="{0D108BD9-81ED-4DB2-BD59-A6C34878D82A}">
                    <a16:rowId xmlns:a16="http://schemas.microsoft.com/office/drawing/2014/main" xmlns="" val="1534805644"/>
                  </a:ext>
                </a:extLst>
              </a:tr>
              <a:tr h="294621">
                <a:tc gridSpan="2">
                  <a:txBody>
                    <a:bodyPr/>
                    <a:lstStyle/>
                    <a:p>
                      <a:pPr marL="0" marR="0" algn="l" fontAlgn="t">
                        <a:spcBef>
                          <a:spcPts val="0"/>
                        </a:spcBef>
                        <a:spcAft>
                          <a:spcPts val="0"/>
                        </a:spcAft>
                      </a:pPr>
                      <a:r>
                        <a:rPr lang="en-US" sz="1300" b="1" i="0" u="none" strike="noStrike">
                          <a:effectLst/>
                          <a:latin typeface="+mn-lt"/>
                          <a:ea typeface="Times New Roman" panose="02020603050405020304" pitchFamily="18" charset="0"/>
                          <a:cs typeface="Times New Roman" panose="02020603050405020304" pitchFamily="18" charset="0"/>
                        </a:rPr>
                        <a:t>Priority</a:t>
                      </a:r>
                      <a:endParaRPr lang="en-US" sz="1300" b="0" i="0" u="none" strike="noStrike">
                        <a:effectLst/>
                        <a:latin typeface="+mn-lt"/>
                        <a:cs typeface="Times New Roman" panose="02020603050405020304" pitchFamily="18" charset="0"/>
                      </a:endParaRPr>
                    </a:p>
                  </a:txBody>
                  <a:tcPr marL="79827" marR="79827" marT="39914" marB="3991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gridSpan="3">
                  <a:txBody>
                    <a:bodyPr/>
                    <a:lstStyle/>
                    <a:p>
                      <a:pPr marL="0" marR="0" algn="l" fontAlgn="t">
                        <a:spcBef>
                          <a:spcPts val="0"/>
                        </a:spcBef>
                        <a:spcAft>
                          <a:spcPts val="0"/>
                        </a:spcAft>
                      </a:pPr>
                      <a:r>
                        <a:rPr lang="en-US" sz="1300" b="0" i="0" u="none" strike="noStrike" dirty="0">
                          <a:effectLst/>
                          <a:latin typeface="+mn-lt"/>
                          <a:ea typeface="Times New Roman" panose="02020603050405020304" pitchFamily="18" charset="0"/>
                          <a:cs typeface="Times New Roman" panose="02020603050405020304" pitchFamily="18" charset="0"/>
                        </a:rPr>
                        <a:t>High</a:t>
                      </a:r>
                      <a:endParaRPr lang="en-US" sz="1300" b="0" i="0" u="none" strike="noStrike" dirty="0">
                        <a:effectLst/>
                        <a:latin typeface="+mn-lt"/>
                        <a:cs typeface="Times New Roman" panose="02020603050405020304" pitchFamily="18" charset="0"/>
                      </a:endParaRPr>
                    </a:p>
                  </a:txBody>
                  <a:tcPr marL="79827" marR="79827" marT="39914" marB="3991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lnL w="12700" cap="flat" cmpd="sng" algn="ctr">
                      <a:solidFill>
                        <a:srgbClr val="000000"/>
                      </a:solidFill>
                      <a:prstDash val="solid"/>
                      <a:round/>
                      <a:headEnd type="none" w="med" len="med"/>
                      <a:tailEnd type="none" w="med" len="med"/>
                    </a:lnL>
                  </a:tcPr>
                </a:tc>
                <a:tc hMerge="1">
                  <a:txBody>
                    <a:bodyPr/>
                    <a:lstStyle/>
                    <a:p>
                      <a:endParaRPr lang="en-US"/>
                    </a:p>
                  </a:txBody>
                  <a:tcPr/>
                </a:tc>
                <a:extLst>
                  <a:ext uri="{0D108BD9-81ED-4DB2-BD59-A6C34878D82A}">
                    <a16:rowId xmlns:a16="http://schemas.microsoft.com/office/drawing/2014/main" xmlns="" val="2525914824"/>
                  </a:ext>
                </a:extLst>
              </a:tr>
              <a:tr h="294621">
                <a:tc gridSpan="2">
                  <a:txBody>
                    <a:bodyPr/>
                    <a:lstStyle/>
                    <a:p>
                      <a:pPr marL="0" marR="0" algn="l" fontAlgn="t">
                        <a:spcBef>
                          <a:spcPts val="0"/>
                        </a:spcBef>
                        <a:spcAft>
                          <a:spcPts val="0"/>
                        </a:spcAft>
                      </a:pPr>
                      <a:r>
                        <a:rPr lang="en-US" sz="1300" b="1" i="0" u="none" strike="noStrike" dirty="0">
                          <a:effectLst/>
                          <a:latin typeface="+mn-lt"/>
                          <a:ea typeface="Times New Roman" panose="02020603050405020304" pitchFamily="18" charset="0"/>
                          <a:cs typeface="Times New Roman" panose="02020603050405020304" pitchFamily="18" charset="0"/>
                        </a:rPr>
                        <a:t>Actors</a:t>
                      </a:r>
                      <a:endParaRPr lang="en-US" sz="1300" b="0" i="0" u="none" strike="noStrike" dirty="0">
                        <a:effectLst/>
                        <a:latin typeface="+mn-lt"/>
                        <a:cs typeface="Times New Roman" panose="02020603050405020304" pitchFamily="18" charset="0"/>
                      </a:endParaRPr>
                    </a:p>
                  </a:txBody>
                  <a:tcPr marL="79827" marR="79827" marT="39914" marB="3991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gridSpan="3">
                  <a:txBody>
                    <a:bodyPr/>
                    <a:lstStyle/>
                    <a:p>
                      <a:pPr marL="0" marR="0" algn="l" fontAlgn="t">
                        <a:spcBef>
                          <a:spcPts val="0"/>
                        </a:spcBef>
                        <a:spcAft>
                          <a:spcPts val="0"/>
                        </a:spcAft>
                      </a:pPr>
                      <a:r>
                        <a:rPr lang="en-US" sz="1300" dirty="0">
                          <a:latin typeface="+mn-lt"/>
                        </a:rPr>
                        <a:t>Customer, Payment Gateway, Warehouse System</a:t>
                      </a:r>
                      <a:endParaRPr lang="en-US" sz="1300" b="0" i="0" u="none" strike="noStrike" dirty="0">
                        <a:effectLst/>
                        <a:latin typeface="+mn-lt"/>
                        <a:cs typeface="Times New Roman" panose="02020603050405020304" pitchFamily="18" charset="0"/>
                      </a:endParaRPr>
                    </a:p>
                  </a:txBody>
                  <a:tcPr marL="79827" marR="79827" marT="39914" marB="3991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lnL w="12700" cap="flat" cmpd="sng" algn="ctr">
                      <a:solidFill>
                        <a:srgbClr val="000000"/>
                      </a:solidFill>
                      <a:prstDash val="solid"/>
                      <a:round/>
                      <a:headEnd type="none" w="med" len="med"/>
                      <a:tailEnd type="none" w="med" len="med"/>
                    </a:lnL>
                  </a:tcPr>
                </a:tc>
                <a:tc hMerge="1">
                  <a:txBody>
                    <a:bodyPr/>
                    <a:lstStyle/>
                    <a:p>
                      <a:endParaRPr lang="en-US"/>
                    </a:p>
                  </a:txBody>
                  <a:tcPr/>
                </a:tc>
                <a:extLst>
                  <a:ext uri="{0D108BD9-81ED-4DB2-BD59-A6C34878D82A}">
                    <a16:rowId xmlns:a16="http://schemas.microsoft.com/office/drawing/2014/main" xmlns="" val="423953559"/>
                  </a:ext>
                </a:extLst>
              </a:tr>
              <a:tr h="909908">
                <a:tc gridSpan="2">
                  <a:txBody>
                    <a:bodyPr/>
                    <a:lstStyle/>
                    <a:p>
                      <a:pPr marL="0" marR="0" algn="l" fontAlgn="t">
                        <a:spcBef>
                          <a:spcPts val="0"/>
                        </a:spcBef>
                        <a:spcAft>
                          <a:spcPts val="0"/>
                        </a:spcAft>
                      </a:pPr>
                      <a:r>
                        <a:rPr lang="en-US" sz="1300" b="1" i="0" u="none" strike="noStrike">
                          <a:effectLst/>
                          <a:latin typeface="+mn-lt"/>
                          <a:ea typeface="Times New Roman" panose="02020603050405020304" pitchFamily="18" charset="0"/>
                          <a:cs typeface="Times New Roman" panose="02020603050405020304" pitchFamily="18" charset="0"/>
                        </a:rPr>
                        <a:t>Pre-conditions</a:t>
                      </a:r>
                      <a:endParaRPr lang="en-US" sz="1300" b="0" i="0" u="none" strike="noStrike">
                        <a:effectLst/>
                        <a:latin typeface="+mn-lt"/>
                        <a:cs typeface="Times New Roman" panose="02020603050405020304" pitchFamily="18" charset="0"/>
                      </a:endParaRPr>
                    </a:p>
                  </a:txBody>
                  <a:tcPr marL="79827" marR="79827" marT="39914" marB="3991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gridSpan="3">
                  <a:txBody>
                    <a:bodyPr/>
                    <a:lstStyle/>
                    <a:p>
                      <a:r>
                        <a:rPr lang="en-US" sz="1300" dirty="0">
                          <a:latin typeface="+mn-lt"/>
                        </a:rPr>
                        <a:t>1 - The Customer Account should exist. </a:t>
                      </a:r>
                      <a:br>
                        <a:rPr lang="en-US" sz="1300" dirty="0">
                          <a:latin typeface="+mn-lt"/>
                        </a:rPr>
                      </a:br>
                      <a:r>
                        <a:rPr lang="en-US" sz="1300" dirty="0">
                          <a:latin typeface="+mn-lt"/>
                        </a:rPr>
                        <a:t>2 - The Customer is logged in. </a:t>
                      </a:r>
                      <a:br>
                        <a:rPr lang="en-US" sz="1300" dirty="0">
                          <a:latin typeface="+mn-lt"/>
                        </a:rPr>
                      </a:br>
                      <a:r>
                        <a:rPr lang="en-US" sz="1300" dirty="0">
                          <a:latin typeface="+mn-lt"/>
                        </a:rPr>
                        <a:t>3 - The items to be purchased are in stock. </a:t>
                      </a:r>
                      <a:br>
                        <a:rPr lang="en-US" sz="1300" dirty="0">
                          <a:latin typeface="+mn-lt"/>
                        </a:rPr>
                      </a:br>
                      <a:r>
                        <a:rPr lang="en-US" sz="1300" dirty="0">
                          <a:latin typeface="+mn-lt"/>
                        </a:rPr>
                        <a:t>4 - The Payment Gateway is operational.</a:t>
                      </a:r>
                      <a:endParaRPr lang="en-US" sz="1300" b="0" i="0" u="none" strike="noStrike" dirty="0">
                        <a:effectLst/>
                        <a:latin typeface="+mn-lt"/>
                        <a:cs typeface="Times New Roman" panose="02020603050405020304" pitchFamily="18" charset="0"/>
                      </a:endParaRPr>
                    </a:p>
                  </a:txBody>
                  <a:tcPr marL="79827" marR="79827" marT="39914" marB="3991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lnL w="12700" cap="flat" cmpd="sng" algn="ctr">
                      <a:solidFill>
                        <a:srgbClr val="000000"/>
                      </a:solidFill>
                      <a:prstDash val="solid"/>
                      <a:round/>
                      <a:headEnd type="none" w="med" len="med"/>
                      <a:tailEnd type="none" w="med" len="med"/>
                    </a:lnL>
                  </a:tcPr>
                </a:tc>
                <a:tc hMerge="1">
                  <a:txBody>
                    <a:bodyPr/>
                    <a:lstStyle/>
                    <a:p>
                      <a:endParaRPr lang="en-US"/>
                    </a:p>
                  </a:txBody>
                  <a:tcPr/>
                </a:tc>
                <a:extLst>
                  <a:ext uri="{0D108BD9-81ED-4DB2-BD59-A6C34878D82A}">
                    <a16:rowId xmlns:a16="http://schemas.microsoft.com/office/drawing/2014/main" xmlns="" val="829538880"/>
                  </a:ext>
                </a:extLst>
              </a:tr>
              <a:tr h="378760">
                <a:tc gridSpan="2">
                  <a:txBody>
                    <a:bodyPr/>
                    <a:lstStyle/>
                    <a:p>
                      <a:pPr marL="0" marR="0" algn="l" fontAlgn="t">
                        <a:spcBef>
                          <a:spcPts val="0"/>
                        </a:spcBef>
                        <a:spcAft>
                          <a:spcPts val="0"/>
                        </a:spcAft>
                      </a:pPr>
                      <a:r>
                        <a:rPr lang="en-US" sz="1300" b="1" i="0" u="none" strike="noStrike">
                          <a:effectLst/>
                          <a:latin typeface="+mn-lt"/>
                          <a:ea typeface="Times New Roman" panose="02020603050405020304" pitchFamily="18" charset="0"/>
                          <a:cs typeface="Times New Roman" panose="02020603050405020304" pitchFamily="18" charset="0"/>
                        </a:rPr>
                        <a:t>Post-conditions</a:t>
                      </a:r>
                      <a:endParaRPr lang="en-US" sz="1300" b="0" i="0" u="none" strike="noStrike">
                        <a:effectLst/>
                        <a:latin typeface="+mn-lt"/>
                        <a:cs typeface="Times New Roman" panose="02020603050405020304" pitchFamily="18" charset="0"/>
                      </a:endParaRPr>
                    </a:p>
                  </a:txBody>
                  <a:tcPr marL="79827" marR="79827" marT="39914" marB="3991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gridSpan="3">
                  <a:txBody>
                    <a:bodyPr/>
                    <a:lstStyle/>
                    <a:p>
                      <a:pPr marL="0" marR="0" algn="l" fontAlgn="t">
                        <a:spcBef>
                          <a:spcPts val="0"/>
                        </a:spcBef>
                        <a:spcAft>
                          <a:spcPts val="0"/>
                        </a:spcAft>
                      </a:pPr>
                      <a:r>
                        <a:rPr lang="en-US" sz="1300" dirty="0">
                          <a:latin typeface="+mn-lt"/>
                        </a:rPr>
                        <a:t>The order is placed, payment is confirmed, and the warehouse is notified to ship the items.</a:t>
                      </a:r>
                      <a:endParaRPr lang="en-US" sz="1300" b="0" i="0" u="none" strike="noStrike" dirty="0">
                        <a:effectLst/>
                        <a:latin typeface="+mn-lt"/>
                        <a:cs typeface="Times New Roman" panose="02020603050405020304" pitchFamily="18" charset="0"/>
                      </a:endParaRPr>
                    </a:p>
                  </a:txBody>
                  <a:tcPr marL="79827" marR="79827" marT="39914" marB="3991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lnL w="12700" cap="flat" cmpd="sng" algn="ctr">
                      <a:solidFill>
                        <a:srgbClr val="000000"/>
                      </a:solidFill>
                      <a:prstDash val="solid"/>
                      <a:round/>
                      <a:headEnd type="none" w="med" len="med"/>
                      <a:tailEnd type="none" w="med" len="med"/>
                    </a:lnL>
                  </a:tcPr>
                </a:tc>
                <a:tc hMerge="1">
                  <a:txBody>
                    <a:bodyPr/>
                    <a:lstStyle/>
                    <a:p>
                      <a:endParaRPr lang="en-US"/>
                    </a:p>
                  </a:txBody>
                  <a:tcPr/>
                </a:tc>
                <a:extLst>
                  <a:ext uri="{0D108BD9-81ED-4DB2-BD59-A6C34878D82A}">
                    <a16:rowId xmlns:a16="http://schemas.microsoft.com/office/drawing/2014/main" xmlns="" val="2690564381"/>
                  </a:ext>
                </a:extLst>
              </a:tr>
              <a:tr h="294621">
                <a:tc gridSpan="2">
                  <a:txBody>
                    <a:bodyPr/>
                    <a:lstStyle/>
                    <a:p>
                      <a:pPr marL="0" marR="0" algn="l" fontAlgn="t">
                        <a:spcBef>
                          <a:spcPts val="0"/>
                        </a:spcBef>
                        <a:spcAft>
                          <a:spcPts val="0"/>
                        </a:spcAft>
                      </a:pPr>
                      <a:r>
                        <a:rPr lang="en-US" sz="1300" b="1" i="0" u="none" strike="noStrike">
                          <a:effectLst/>
                          <a:latin typeface="+mn-lt"/>
                          <a:ea typeface="Times New Roman" panose="02020603050405020304" pitchFamily="18" charset="0"/>
                          <a:cs typeface="Times New Roman" panose="02020603050405020304" pitchFamily="18" charset="0"/>
                        </a:rPr>
                        <a:t>Dependencies</a:t>
                      </a:r>
                      <a:endParaRPr lang="en-US" sz="1300" b="0" i="0" u="none" strike="noStrike">
                        <a:effectLst/>
                        <a:latin typeface="+mn-lt"/>
                        <a:cs typeface="Times New Roman" panose="02020603050405020304" pitchFamily="18" charset="0"/>
                      </a:endParaRPr>
                    </a:p>
                  </a:txBody>
                  <a:tcPr marL="79827" marR="79827" marT="39914" marB="3991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gridSpan="3">
                  <a:txBody>
                    <a:bodyPr/>
                    <a:lstStyle/>
                    <a:p>
                      <a:pPr marL="0" marR="0" algn="l" fontAlgn="t">
                        <a:spcBef>
                          <a:spcPts val="0"/>
                        </a:spcBef>
                        <a:spcAft>
                          <a:spcPts val="0"/>
                        </a:spcAft>
                      </a:pPr>
                      <a:r>
                        <a:rPr lang="en-US" sz="1300" dirty="0">
                          <a:latin typeface="+mn-lt"/>
                        </a:rPr>
                        <a:t>Integration with Payment Gateway and Warehouse System.</a:t>
                      </a:r>
                      <a:endParaRPr lang="en-US" sz="1300" b="0" i="0" u="none" strike="noStrike" dirty="0">
                        <a:effectLst/>
                        <a:latin typeface="+mn-lt"/>
                        <a:cs typeface="Times New Roman" panose="02020603050405020304" pitchFamily="18" charset="0"/>
                      </a:endParaRPr>
                    </a:p>
                  </a:txBody>
                  <a:tcPr marL="79827" marR="79827" marT="39914" marB="3991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lnL w="12700" cap="flat" cmpd="sng" algn="ctr">
                      <a:solidFill>
                        <a:srgbClr val="000000"/>
                      </a:solidFill>
                      <a:prstDash val="solid"/>
                      <a:round/>
                      <a:headEnd type="none" w="med" len="med"/>
                      <a:tailEnd type="none" w="med" len="med"/>
                    </a:lnL>
                  </a:tcPr>
                </a:tc>
                <a:tc hMerge="1">
                  <a:txBody>
                    <a:bodyPr/>
                    <a:lstStyle/>
                    <a:p>
                      <a:endParaRPr lang="en-US"/>
                    </a:p>
                  </a:txBody>
                  <a:tcPr/>
                </a:tc>
                <a:extLst>
                  <a:ext uri="{0D108BD9-81ED-4DB2-BD59-A6C34878D82A}">
                    <a16:rowId xmlns:a16="http://schemas.microsoft.com/office/drawing/2014/main" xmlns="" val="3865157489"/>
                  </a:ext>
                </a:extLst>
              </a:tr>
              <a:tr h="378760">
                <a:tc gridSpan="5">
                  <a:txBody>
                    <a:bodyPr/>
                    <a:lstStyle/>
                    <a:p>
                      <a:pPr marL="0" marR="0" algn="ctr" fontAlgn="t">
                        <a:spcBef>
                          <a:spcPts val="1200"/>
                        </a:spcBef>
                        <a:spcAft>
                          <a:spcPts val="300"/>
                        </a:spcAft>
                      </a:pPr>
                      <a:r>
                        <a:rPr lang="en-US" sz="1300" b="1" i="0" u="none" strike="noStrike" dirty="0">
                          <a:effectLst/>
                          <a:latin typeface="+mn-lt"/>
                          <a:ea typeface="Times New Roman" panose="02020603050405020304" pitchFamily="18" charset="0"/>
                          <a:cs typeface="Times New Roman" panose="02020603050405020304" pitchFamily="18" charset="0"/>
                        </a:rPr>
                        <a:t>Typical Course of Action (Primary Flow)</a:t>
                      </a:r>
                    </a:p>
                  </a:txBody>
                  <a:tcPr marL="79827" marR="79827" marT="39914" marB="3991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lnL w="12700" cap="flat" cmpd="sng" algn="ctr">
                      <a:solidFill>
                        <a:srgbClr val="000000"/>
                      </a:solidFill>
                      <a:prstDash val="solid"/>
                      <a:round/>
                      <a:headEnd type="none" w="med" len="med"/>
                      <a:tailEnd type="none" w="med" len="med"/>
                    </a:lnL>
                  </a:tcPr>
                </a:tc>
                <a:tc hMerge="1">
                  <a:txBody>
                    <a:bodyPr/>
                    <a:lstStyle/>
                    <a:p>
                      <a:endParaRPr lang="en-US"/>
                    </a:p>
                  </a:txBody>
                  <a:tcPr/>
                </a:tc>
                <a:extLst>
                  <a:ext uri="{0D108BD9-81ED-4DB2-BD59-A6C34878D82A}">
                    <a16:rowId xmlns:a16="http://schemas.microsoft.com/office/drawing/2014/main" xmlns="" val="697752110"/>
                  </a:ext>
                </a:extLst>
              </a:tr>
              <a:tr h="378760">
                <a:tc>
                  <a:txBody>
                    <a:bodyPr/>
                    <a:lstStyle/>
                    <a:p>
                      <a:pPr marL="0" marR="0" algn="l" fontAlgn="t">
                        <a:spcBef>
                          <a:spcPts val="0"/>
                        </a:spcBef>
                        <a:spcAft>
                          <a:spcPts val="0"/>
                        </a:spcAft>
                      </a:pPr>
                      <a:r>
                        <a:rPr lang="en-US" sz="1300" b="1" i="0" u="none" strike="noStrike" dirty="0">
                          <a:effectLst/>
                          <a:latin typeface="+mn-lt"/>
                          <a:ea typeface="Times New Roman" panose="02020603050405020304" pitchFamily="18" charset="0"/>
                          <a:cs typeface="Times New Roman" panose="02020603050405020304" pitchFamily="18" charset="0"/>
                        </a:rPr>
                        <a:t>S#</a:t>
                      </a:r>
                    </a:p>
                  </a:txBody>
                  <a:tcPr marL="7761" marR="7761" marT="7761" marB="776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marL="0" marR="0" algn="l" fontAlgn="t">
                        <a:spcBef>
                          <a:spcPts val="0"/>
                        </a:spcBef>
                        <a:spcAft>
                          <a:spcPts val="0"/>
                        </a:spcAft>
                      </a:pPr>
                      <a:r>
                        <a:rPr lang="en-US" sz="1300" b="1" i="0" u="none" strike="noStrike" dirty="0">
                          <a:effectLst/>
                          <a:latin typeface="+mn-lt"/>
                          <a:ea typeface="Times New Roman" panose="02020603050405020304" pitchFamily="18" charset="0"/>
                          <a:cs typeface="Times New Roman" panose="02020603050405020304" pitchFamily="18" charset="0"/>
                        </a:rPr>
                        <a:t>Actor Action</a:t>
                      </a:r>
                    </a:p>
                  </a:txBody>
                  <a:tcPr marL="79827" marR="79827" marT="39914" marB="3991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a:txBody>
                    <a:bodyPr/>
                    <a:lstStyle/>
                    <a:p>
                      <a:pPr marL="0" marR="0" algn="l" fontAlgn="t">
                        <a:spcBef>
                          <a:spcPts val="0"/>
                        </a:spcBef>
                        <a:spcAft>
                          <a:spcPts val="0"/>
                        </a:spcAft>
                      </a:pPr>
                      <a:r>
                        <a:rPr lang="en-US" sz="1300" b="1" i="0" u="none" strike="noStrike">
                          <a:effectLst/>
                          <a:latin typeface="+mn-lt"/>
                          <a:ea typeface="Times New Roman" panose="02020603050405020304" pitchFamily="18" charset="0"/>
                          <a:cs typeface="Times New Roman" panose="02020603050405020304" pitchFamily="18" charset="0"/>
                        </a:rPr>
                        <a:t>S#</a:t>
                      </a:r>
                      <a:endParaRPr lang="en-US" sz="1300" b="1" i="0" u="none" strike="noStrike" dirty="0">
                        <a:effectLst/>
                        <a:latin typeface="+mn-lt"/>
                        <a:ea typeface="Times New Roman" panose="02020603050405020304" pitchFamily="18" charset="0"/>
                        <a:cs typeface="Times New Roman" panose="02020603050405020304" pitchFamily="18" charset="0"/>
                      </a:endParaRPr>
                    </a:p>
                  </a:txBody>
                  <a:tcPr marL="79827" marR="79827" marT="39914" marB="3991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B w="12700" cap="flat" cmpd="sng" algn="ctr">
                      <a:solidFill>
                        <a:srgbClr val="000000"/>
                      </a:solidFill>
                      <a:prstDash val="solid"/>
                      <a:round/>
                      <a:headEnd type="none" w="med" len="med"/>
                      <a:tailEnd type="none" w="med" len="med"/>
                    </a:lnB>
                  </a:tcPr>
                </a:tc>
                <a:tc>
                  <a:txBody>
                    <a:bodyPr/>
                    <a:lstStyle/>
                    <a:p>
                      <a:pPr marL="0" marR="0" algn="l" fontAlgn="t">
                        <a:spcBef>
                          <a:spcPts val="0"/>
                        </a:spcBef>
                        <a:spcAft>
                          <a:spcPts val="0"/>
                        </a:spcAft>
                      </a:pPr>
                      <a:r>
                        <a:rPr lang="en-US" sz="1300" b="1" i="0" u="none" strike="noStrike" dirty="0">
                          <a:effectLst/>
                          <a:latin typeface="+mn-lt"/>
                          <a:ea typeface="Times New Roman" panose="02020603050405020304" pitchFamily="18" charset="0"/>
                          <a:cs typeface="Times New Roman" panose="02020603050405020304" pitchFamily="18" charset="0"/>
                        </a:rPr>
                        <a:t>System Response</a:t>
                      </a:r>
                    </a:p>
                  </a:txBody>
                  <a:tcPr marL="7761" marR="7761" marT="7761" marB="776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2415429937"/>
                  </a:ext>
                </a:extLst>
              </a:tr>
              <a:tr h="499717">
                <a:tc>
                  <a:txBody>
                    <a:bodyPr/>
                    <a:lstStyle/>
                    <a:p>
                      <a:pPr marL="0" marR="0" algn="l" fontAlgn="t">
                        <a:spcBef>
                          <a:spcPts val="0"/>
                        </a:spcBef>
                        <a:spcAft>
                          <a:spcPts val="0"/>
                        </a:spcAft>
                      </a:pPr>
                      <a:r>
                        <a:rPr lang="en-US" sz="1300" b="0" i="0" u="none" strike="noStrike" dirty="0">
                          <a:effectLst/>
                          <a:latin typeface="+mn-lt"/>
                          <a:ea typeface="Times New Roman" panose="02020603050405020304" pitchFamily="18" charset="0"/>
                          <a:cs typeface="Times New Roman" panose="02020603050405020304" pitchFamily="18" charset="0"/>
                        </a:rPr>
                        <a:t>1</a:t>
                      </a:r>
                      <a:endParaRPr lang="en-US" sz="1300" b="0" i="0" u="none" strike="noStrike" dirty="0">
                        <a:effectLst/>
                        <a:latin typeface="+mn-lt"/>
                        <a:cs typeface="Times New Roman" panose="02020603050405020304" pitchFamily="18" charset="0"/>
                      </a:endParaRPr>
                    </a:p>
                  </a:txBody>
                  <a:tcPr marL="7761" marR="7761" marT="7761" marB="776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marL="0" marR="0" algn="l" fontAlgn="t">
                        <a:spcBef>
                          <a:spcPts val="0"/>
                        </a:spcBef>
                        <a:spcAft>
                          <a:spcPts val="0"/>
                        </a:spcAft>
                      </a:pPr>
                      <a:r>
                        <a:rPr lang="en-US" sz="1300" dirty="0">
                          <a:latin typeface="+mn-lt"/>
                        </a:rPr>
                        <a:t>Select items to purchase and proceed to checkout.</a:t>
                      </a:r>
                      <a:endParaRPr lang="en-US" sz="1300" b="0" i="0" u="none" strike="noStrike" dirty="0">
                        <a:effectLst/>
                        <a:latin typeface="+mn-lt"/>
                        <a:cs typeface="Times New Roman" panose="02020603050405020304" pitchFamily="18" charset="0"/>
                      </a:endParaRPr>
                    </a:p>
                  </a:txBody>
                  <a:tcPr marL="79827" marR="79827" marT="39914" marB="3991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a:txBody>
                    <a:bodyPr/>
                    <a:lstStyle/>
                    <a:p>
                      <a:pPr marL="0" marR="0" algn="l" fontAlgn="t">
                        <a:spcBef>
                          <a:spcPts val="0"/>
                        </a:spcBef>
                        <a:spcAft>
                          <a:spcPts val="0"/>
                        </a:spcAft>
                      </a:pPr>
                      <a:r>
                        <a:rPr lang="en-US" sz="1300" b="0" i="0" u="none" strike="noStrike" dirty="0">
                          <a:effectLst/>
                          <a:latin typeface="+mn-lt"/>
                          <a:cs typeface="Times New Roman" panose="02020603050405020304" pitchFamily="18" charset="0"/>
                        </a:rPr>
                        <a:t>1.1</a:t>
                      </a:r>
                    </a:p>
                  </a:txBody>
                  <a:tcPr marL="79827" marR="79827" marT="39914" marB="3991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fontAlgn="t">
                        <a:spcBef>
                          <a:spcPts val="0"/>
                        </a:spcBef>
                        <a:spcAft>
                          <a:spcPts val="0"/>
                        </a:spcAft>
                      </a:pPr>
                      <a:r>
                        <a:rPr lang="en-US" sz="1300" b="0" i="0" u="none" strike="noStrike" dirty="0">
                          <a:effectLst/>
                          <a:latin typeface="+mn-lt"/>
                          <a:ea typeface="Times New Roman" panose="02020603050405020304" pitchFamily="18" charset="0"/>
                          <a:cs typeface="Times New Roman" panose="02020603050405020304" pitchFamily="18" charset="0"/>
                        </a:rPr>
                        <a:t> </a:t>
                      </a:r>
                      <a:r>
                        <a:rPr lang="en-US" sz="1300" dirty="0">
                          <a:latin typeface="+mn-lt"/>
                        </a:rPr>
                        <a:t>Display the order summary page.</a:t>
                      </a:r>
                      <a:endParaRPr lang="en-US" sz="1300" b="0" i="0" u="none" strike="noStrike" dirty="0">
                        <a:effectLst/>
                        <a:latin typeface="+mn-lt"/>
                        <a:cs typeface="Times New Roman" panose="02020603050405020304" pitchFamily="18" charset="0"/>
                      </a:endParaRPr>
                    </a:p>
                  </a:txBody>
                  <a:tcPr marL="7761" marR="7761" marT="7761" marB="776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718397534"/>
                  </a:ext>
                </a:extLst>
              </a:tr>
              <a:tr h="492556">
                <a:tc>
                  <a:txBody>
                    <a:bodyPr/>
                    <a:lstStyle/>
                    <a:p>
                      <a:pPr marL="0" marR="0" algn="l" fontAlgn="t">
                        <a:spcBef>
                          <a:spcPts val="0"/>
                        </a:spcBef>
                        <a:spcAft>
                          <a:spcPts val="0"/>
                        </a:spcAft>
                      </a:pPr>
                      <a:r>
                        <a:rPr lang="en-US" sz="1300" b="0" i="0" u="none" strike="noStrike" dirty="0">
                          <a:effectLst/>
                          <a:latin typeface="+mn-lt"/>
                          <a:ea typeface="Times New Roman" panose="02020603050405020304" pitchFamily="18" charset="0"/>
                          <a:cs typeface="Times New Roman" panose="02020603050405020304" pitchFamily="18" charset="0"/>
                        </a:rPr>
                        <a:t>2</a:t>
                      </a:r>
                      <a:endParaRPr lang="en-US" sz="1300" b="0" i="0" u="none" strike="noStrike" dirty="0">
                        <a:effectLst/>
                        <a:latin typeface="+mn-lt"/>
                        <a:cs typeface="Times New Roman" panose="02020603050405020304" pitchFamily="18" charset="0"/>
                      </a:endParaRPr>
                    </a:p>
                  </a:txBody>
                  <a:tcPr marL="7761" marR="7761" marT="7761" marB="776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marL="0" marR="0" algn="l" fontAlgn="t">
                        <a:spcBef>
                          <a:spcPts val="0"/>
                        </a:spcBef>
                        <a:spcAft>
                          <a:spcPts val="0"/>
                        </a:spcAft>
                      </a:pPr>
                      <a:r>
                        <a:rPr lang="en-US" sz="1300" dirty="0">
                          <a:latin typeface="+mn-lt"/>
                        </a:rPr>
                        <a:t>Review order and click "Place Order."</a:t>
                      </a:r>
                      <a:endParaRPr lang="en-US" sz="1300" b="0" i="0" u="none" strike="noStrike" dirty="0">
                        <a:effectLst/>
                        <a:latin typeface="+mn-lt"/>
                        <a:cs typeface="Times New Roman" panose="02020603050405020304" pitchFamily="18" charset="0"/>
                      </a:endParaRPr>
                    </a:p>
                  </a:txBody>
                  <a:tcPr marL="79827" marR="79827" marT="39914" marB="3991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US" sz="1300" b="0" i="0" u="none" strike="noStrike" dirty="0">
                          <a:effectLst/>
                          <a:latin typeface="+mn-lt"/>
                          <a:cs typeface="Times New Roman" panose="02020603050405020304" pitchFamily="18" charset="0"/>
                        </a:rPr>
                        <a:t>2.1</a:t>
                      </a:r>
                    </a:p>
                  </a:txBody>
                  <a:tcPr marL="79827" marR="79827" marT="39914" marB="3991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n-US" sz="1300" dirty="0">
                          <a:latin typeface="+mn-lt"/>
                        </a:rPr>
                        <a:t>Initiate the payment process by redirecting to the Payment Gateway.</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836559153"/>
                  </a:ext>
                </a:extLst>
              </a:tr>
              <a:tr h="378760">
                <a:tc rowSpan="4">
                  <a:txBody>
                    <a:bodyPr/>
                    <a:lstStyle/>
                    <a:p>
                      <a:pPr marL="0" marR="0" algn="l" fontAlgn="t">
                        <a:spcBef>
                          <a:spcPts val="0"/>
                        </a:spcBef>
                        <a:spcAft>
                          <a:spcPts val="0"/>
                        </a:spcAft>
                      </a:pPr>
                      <a:r>
                        <a:rPr lang="en-US" sz="1300" b="0" i="0" u="none" strike="noStrike" dirty="0">
                          <a:effectLst/>
                          <a:latin typeface="+mn-lt"/>
                          <a:cs typeface="Times New Roman" panose="02020603050405020304" pitchFamily="18" charset="0"/>
                        </a:rPr>
                        <a:t>3</a:t>
                      </a:r>
                    </a:p>
                  </a:txBody>
                  <a:tcPr marL="7761" marR="7761" marT="7761" marB="776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4" gridSpan="2">
                  <a:txBody>
                    <a:bodyPr/>
                    <a:lstStyle/>
                    <a:p>
                      <a:pPr marL="0" marR="0" algn="l" fontAlgn="t">
                        <a:spcBef>
                          <a:spcPts val="0"/>
                        </a:spcBef>
                        <a:spcAft>
                          <a:spcPts val="0"/>
                        </a:spcAft>
                      </a:pPr>
                      <a:r>
                        <a:rPr lang="en-US" sz="1300" dirty="0">
                          <a:latin typeface="+mn-lt"/>
                        </a:rPr>
                        <a:t>Enter payment details and confirm payment.</a:t>
                      </a:r>
                      <a:endParaRPr lang="en-US" sz="1300" b="0" i="0" u="none" strike="noStrike" dirty="0">
                        <a:effectLst/>
                        <a:latin typeface="+mn-lt"/>
                        <a:cs typeface="Times New Roman" panose="02020603050405020304" pitchFamily="18" charset="0"/>
                      </a:endParaRPr>
                    </a:p>
                  </a:txBody>
                  <a:tcPr marL="79827" marR="79827" marT="39914" marB="39914">
                    <a:lnL w="12700" cap="flat" cmpd="sng" algn="ctr">
                      <a:solidFill>
                        <a:srgbClr val="000000"/>
                      </a:solidFill>
                      <a:prstDash val="solid"/>
                      <a:round/>
                      <a:headEnd type="none" w="med" len="med"/>
                      <a:tailEnd type="none" w="med" len="med"/>
                    </a:lnL>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4" hMerge="1">
                  <a:txBody>
                    <a:bodyPr/>
                    <a:lstStyle/>
                    <a:p>
                      <a:endParaRPr lang="en-US"/>
                    </a:p>
                  </a:txBody>
                  <a:tcPr/>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US" sz="1300" b="0" i="0" u="none" strike="noStrike">
                          <a:effectLst/>
                          <a:latin typeface="+mn-lt"/>
                          <a:cs typeface="Times New Roman" panose="02020603050405020304" pitchFamily="18" charset="0"/>
                        </a:rPr>
                        <a:t>3.1</a:t>
                      </a:r>
                      <a:endParaRPr lang="en-US" sz="1300" b="0" i="0" u="none" strike="noStrike" dirty="0">
                        <a:effectLst/>
                        <a:latin typeface="+mn-lt"/>
                        <a:cs typeface="Times New Roman" panose="02020603050405020304" pitchFamily="18" charset="0"/>
                      </a:endParaRPr>
                    </a:p>
                  </a:txBody>
                  <a:tcPr marL="79827" marR="79827" marT="39914" marB="39914">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n-US" sz="1300" dirty="0">
                          <a:latin typeface="+mn-lt"/>
                        </a:rPr>
                        <a:t>Verify payment information with the Payment Gateway.</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521747477"/>
                  </a:ext>
                </a:extLst>
              </a:tr>
              <a:tr h="378760">
                <a:tc vMerge="1">
                  <a:txBody>
                    <a:bodyPr/>
                    <a:lstStyle/>
                    <a:p>
                      <a:pPr marL="0" marR="0" algn="l" fontAlgn="t">
                        <a:spcBef>
                          <a:spcPts val="0"/>
                        </a:spcBef>
                        <a:spcAft>
                          <a:spcPts val="0"/>
                        </a:spcAft>
                      </a:pPr>
                      <a:endParaRPr lang="en-US" sz="1300" b="0" i="0" u="none" strike="noStrike" dirty="0">
                        <a:effectLst/>
                        <a:latin typeface="+mn-lt"/>
                        <a:cs typeface="Times New Roman" panose="02020603050405020304" pitchFamily="18" charset="0"/>
                      </a:endParaRPr>
                    </a:p>
                  </a:txBody>
                  <a:tcPr marL="7761" marR="7761" marT="7761" marB="776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vMerge="1">
                  <a:txBody>
                    <a:bodyPr/>
                    <a:lstStyle/>
                    <a:p>
                      <a:pPr marL="0" marR="0" algn="l" fontAlgn="t">
                        <a:spcBef>
                          <a:spcPts val="0"/>
                        </a:spcBef>
                        <a:spcAft>
                          <a:spcPts val="0"/>
                        </a:spcAft>
                      </a:pPr>
                      <a:endParaRPr lang="en-US" sz="1300" b="0" i="0" u="none" strike="noStrike" dirty="0">
                        <a:effectLst/>
                        <a:latin typeface="+mn-lt"/>
                        <a:cs typeface="Times New Roman" panose="02020603050405020304" pitchFamily="18" charset="0"/>
                      </a:endParaRPr>
                    </a:p>
                  </a:txBody>
                  <a:tcPr marL="79827" marR="79827" marT="39914" marB="3991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vMerge="1">
                  <a:txBody>
                    <a:bodyPr/>
                    <a:lstStyle/>
                    <a:p>
                      <a:endParaRPr lang="en-US"/>
                    </a:p>
                  </a:txBody>
                  <a:tcPr/>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US" sz="1300" b="0" i="0" u="none" strike="noStrike" dirty="0">
                          <a:effectLst/>
                          <a:latin typeface="+mn-lt"/>
                          <a:cs typeface="Times New Roman" panose="02020603050405020304" pitchFamily="18" charset="0"/>
                        </a:rPr>
                        <a:t>3.2</a:t>
                      </a:r>
                    </a:p>
                  </a:txBody>
                  <a:tcPr marL="79827" marR="79827" marT="39914" marB="3991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300" dirty="0">
                          <a:latin typeface="+mn-lt"/>
                        </a:rPr>
                        <a:t>Upon successful payment, save the order to the database.</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71784058"/>
                  </a:ext>
                </a:extLst>
              </a:tr>
              <a:tr h="378760">
                <a:tc vMerge="1">
                  <a:txBody>
                    <a:bodyPr/>
                    <a:lstStyle/>
                    <a:p>
                      <a:pPr marL="0" marR="0" algn="l" fontAlgn="t">
                        <a:spcBef>
                          <a:spcPts val="0"/>
                        </a:spcBef>
                        <a:spcAft>
                          <a:spcPts val="0"/>
                        </a:spcAft>
                      </a:pPr>
                      <a:endParaRPr lang="en-US" sz="1300" b="0" i="0" u="none" strike="noStrike" dirty="0">
                        <a:effectLst/>
                        <a:latin typeface="+mn-lt"/>
                        <a:cs typeface="Times New Roman" panose="02020603050405020304" pitchFamily="18" charset="0"/>
                      </a:endParaRPr>
                    </a:p>
                  </a:txBody>
                  <a:tcPr marL="7761" marR="7761" marT="7761" marB="776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vMerge="1">
                  <a:txBody>
                    <a:bodyPr/>
                    <a:lstStyle/>
                    <a:p>
                      <a:pPr marL="0" marR="0" algn="l" fontAlgn="t">
                        <a:spcBef>
                          <a:spcPts val="0"/>
                        </a:spcBef>
                        <a:spcAft>
                          <a:spcPts val="0"/>
                        </a:spcAft>
                      </a:pPr>
                      <a:endParaRPr lang="en-US" sz="1300" b="0" i="0" u="none" strike="noStrike" dirty="0">
                        <a:effectLst/>
                        <a:latin typeface="+mn-lt"/>
                        <a:cs typeface="Times New Roman" panose="02020603050405020304" pitchFamily="18" charset="0"/>
                      </a:endParaRPr>
                    </a:p>
                  </a:txBody>
                  <a:tcPr marL="79827" marR="79827" marT="39914" marB="3991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vMerge="1">
                  <a:txBody>
                    <a:bodyPr/>
                    <a:lstStyle/>
                    <a:p>
                      <a:endParaRPr lang="en-US"/>
                    </a:p>
                  </a:txBody>
                  <a:tcPr/>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US" sz="1300" b="0" i="0" u="none" strike="noStrike" dirty="0">
                          <a:effectLst/>
                          <a:latin typeface="+mn-lt"/>
                          <a:cs typeface="Times New Roman" panose="02020603050405020304" pitchFamily="18" charset="0"/>
                        </a:rPr>
                        <a:t>3.3</a:t>
                      </a:r>
                    </a:p>
                  </a:txBody>
                  <a:tcPr marL="79827" marR="79827" marT="39914" marB="3991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300" dirty="0">
                          <a:latin typeface="+mn-lt"/>
                        </a:rPr>
                        <a:t>Notify the Warehouse System to prepare the order for shipment.</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2846343959"/>
                  </a:ext>
                </a:extLst>
              </a:tr>
              <a:tr h="492556">
                <a:tc vMerge="1">
                  <a:txBody>
                    <a:bodyPr/>
                    <a:lstStyle/>
                    <a:p>
                      <a:pPr marL="0" marR="0" algn="l" fontAlgn="t">
                        <a:spcBef>
                          <a:spcPts val="0"/>
                        </a:spcBef>
                        <a:spcAft>
                          <a:spcPts val="0"/>
                        </a:spcAft>
                      </a:pPr>
                      <a:endParaRPr lang="en-US" sz="1300" b="0" i="0" u="none" strike="noStrike" dirty="0">
                        <a:effectLst/>
                        <a:latin typeface="+mn-lt"/>
                        <a:cs typeface="Times New Roman" panose="02020603050405020304" pitchFamily="18" charset="0"/>
                      </a:endParaRPr>
                    </a:p>
                  </a:txBody>
                  <a:tcPr marL="7761" marR="7761" marT="7761" marB="776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vMerge="1">
                  <a:txBody>
                    <a:bodyPr/>
                    <a:lstStyle/>
                    <a:p>
                      <a:pPr marL="0" marR="0" algn="l" fontAlgn="t">
                        <a:spcBef>
                          <a:spcPts val="0"/>
                        </a:spcBef>
                        <a:spcAft>
                          <a:spcPts val="0"/>
                        </a:spcAft>
                      </a:pPr>
                      <a:endParaRPr lang="en-US" sz="1300" b="0" i="0" u="none" strike="noStrike" dirty="0">
                        <a:effectLst/>
                        <a:latin typeface="+mn-lt"/>
                        <a:cs typeface="Times New Roman" panose="02020603050405020304" pitchFamily="18" charset="0"/>
                      </a:endParaRPr>
                    </a:p>
                  </a:txBody>
                  <a:tcPr marL="79827" marR="79827" marT="39914" marB="3991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vMerge="1">
                  <a:txBody>
                    <a:bodyPr/>
                    <a:lstStyle/>
                    <a:p>
                      <a:endParaRPr lang="en-US"/>
                    </a:p>
                  </a:txBody>
                  <a:tcPr/>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US" sz="1300" b="0" i="0" u="none" strike="noStrike" dirty="0">
                          <a:effectLst/>
                          <a:latin typeface="+mn-lt"/>
                          <a:cs typeface="Times New Roman" panose="02020603050405020304" pitchFamily="18" charset="0"/>
                        </a:rPr>
                        <a:t>3.4</a:t>
                      </a:r>
                    </a:p>
                  </a:txBody>
                  <a:tcPr marL="79827" marR="79827" marT="39914" marB="3991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300" dirty="0">
                          <a:latin typeface="+mn-lt"/>
                        </a:rPr>
                        <a:t>Display an order confirmation message and send a confirmation email to the Customer.</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915351114"/>
                  </a:ext>
                </a:extLst>
              </a:tr>
            </a:tbl>
          </a:graphicData>
        </a:graphic>
      </p:graphicFrame>
    </p:spTree>
    <p:extLst>
      <p:ext uri="{BB962C8B-B14F-4D97-AF65-F5344CB8AC3E}">
        <p14:creationId xmlns:p14="http://schemas.microsoft.com/office/powerpoint/2010/main" val="192235677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7" name="Content Placeholder 6">
            <a:extLst>
              <a:ext uri="{FF2B5EF4-FFF2-40B4-BE49-F238E27FC236}">
                <a16:creationId xmlns:a16="http://schemas.microsoft.com/office/drawing/2014/main" xmlns="" id="{B5D1D39B-072E-BC4C-9F48-4DF5B237DC5C}"/>
              </a:ext>
            </a:extLst>
          </p:cNvPr>
          <p:cNvGraphicFramePr>
            <a:graphicFrameLocks noGrp="1"/>
          </p:cNvGraphicFramePr>
          <p:nvPr>
            <p:ph idx="1"/>
            <p:extLst>
              <p:ext uri="{D42A27DB-BD31-4B8C-83A1-F6EECF244321}">
                <p14:modId xmlns:p14="http://schemas.microsoft.com/office/powerpoint/2010/main" val="261776658"/>
              </p:ext>
            </p:extLst>
          </p:nvPr>
        </p:nvGraphicFramePr>
        <p:xfrm>
          <a:off x="323849" y="762000"/>
          <a:ext cx="8496301" cy="3014615"/>
        </p:xfrm>
        <a:graphic>
          <a:graphicData uri="http://schemas.openxmlformats.org/drawingml/2006/table">
            <a:tbl>
              <a:tblPr/>
              <a:tblGrid>
                <a:gridCol w="506661">
                  <a:extLst>
                    <a:ext uri="{9D8B030D-6E8A-4147-A177-3AD203B41FA5}">
                      <a16:colId xmlns:a16="http://schemas.microsoft.com/office/drawing/2014/main" xmlns="" val="744886837"/>
                    </a:ext>
                  </a:extLst>
                </a:gridCol>
                <a:gridCol w="3145955">
                  <a:extLst>
                    <a:ext uri="{9D8B030D-6E8A-4147-A177-3AD203B41FA5}">
                      <a16:colId xmlns:a16="http://schemas.microsoft.com/office/drawing/2014/main" xmlns="" val="1968243934"/>
                    </a:ext>
                  </a:extLst>
                </a:gridCol>
                <a:gridCol w="555833">
                  <a:extLst>
                    <a:ext uri="{9D8B030D-6E8A-4147-A177-3AD203B41FA5}">
                      <a16:colId xmlns:a16="http://schemas.microsoft.com/office/drawing/2014/main" xmlns="" val="2064340745"/>
                    </a:ext>
                  </a:extLst>
                </a:gridCol>
                <a:gridCol w="4287852">
                  <a:extLst>
                    <a:ext uri="{9D8B030D-6E8A-4147-A177-3AD203B41FA5}">
                      <a16:colId xmlns:a16="http://schemas.microsoft.com/office/drawing/2014/main" xmlns="" val="1869529239"/>
                    </a:ext>
                  </a:extLst>
                </a:gridCol>
              </a:tblGrid>
              <a:tr h="360984">
                <a:tc gridSpan="4">
                  <a:txBody>
                    <a:bodyPr/>
                    <a:lstStyle/>
                    <a:p>
                      <a:pPr marL="0" marR="0" algn="ctr" fontAlgn="t">
                        <a:spcBef>
                          <a:spcPts val="1200"/>
                        </a:spcBef>
                        <a:spcAft>
                          <a:spcPts val="300"/>
                        </a:spcAft>
                      </a:pPr>
                      <a:r>
                        <a:rPr lang="en-US" sz="1300" b="1" i="0" u="none" strike="noStrike" dirty="0">
                          <a:effectLst/>
                          <a:latin typeface="+mn-lt"/>
                          <a:ea typeface="Times New Roman" panose="02020603050405020304" pitchFamily="18" charset="0"/>
                          <a:cs typeface="Times New Roman" panose="02020603050405020304" pitchFamily="18" charset="0"/>
                        </a:rPr>
                        <a:t>Alternative Course of Action</a:t>
                      </a:r>
                      <a:endParaRPr lang="en-US" sz="1300" b="0" i="0" u="none" strike="noStrike" dirty="0">
                        <a:effectLst/>
                        <a:latin typeface="+mn-lt"/>
                        <a:cs typeface="Times New Roman" panose="02020603050405020304" pitchFamily="18" charset="0"/>
                      </a:endParaRPr>
                    </a:p>
                  </a:txBody>
                  <a:tcPr marL="79827" marR="79827" marT="39914" marB="3991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lnL w="12700" cap="flat" cmpd="sng" algn="ctr">
                      <a:solidFill>
                        <a:srgbClr val="000000"/>
                      </a:solidFill>
                      <a:prstDash val="solid"/>
                      <a:round/>
                      <a:headEnd type="none" w="med" len="med"/>
                      <a:tailEnd type="none" w="med" len="med"/>
                    </a:lnL>
                    <a:lnT w="12700" cap="flat" cmpd="sng" algn="ctr">
                      <a:solidFill>
                        <a:srgbClr val="000000"/>
                      </a:solidFill>
                      <a:prstDash val="solid"/>
                      <a:round/>
                      <a:headEnd type="none" w="med" len="med"/>
                      <a:tailEnd type="none" w="med" len="med"/>
                    </a:lnT>
                  </a:tcPr>
                </a:tc>
                <a:tc hMerge="1">
                  <a:txBody>
                    <a:bodyPr/>
                    <a:lstStyle/>
                    <a:p>
                      <a:endParaRPr lang="en-US"/>
                    </a:p>
                  </a:txBody>
                  <a:tcPr>
                    <a:lnL w="12700" cap="flat" cmpd="sng" algn="ctr">
                      <a:solidFill>
                        <a:srgbClr val="000000"/>
                      </a:solidFill>
                      <a:prstDash val="solid"/>
                      <a:round/>
                      <a:headEnd type="none" w="med" len="med"/>
                      <a:tailEnd type="none" w="med" len="med"/>
                    </a:lnL>
                    <a:lnT w="12700" cap="flat" cmpd="sng" algn="ctr">
                      <a:solidFill>
                        <a:srgbClr val="000000"/>
                      </a:solidFill>
                      <a:prstDash val="solid"/>
                      <a:round/>
                      <a:headEnd type="none" w="med" len="med"/>
                      <a:tailEnd type="none" w="med" len="med"/>
                    </a:lnT>
                  </a:tcPr>
                </a:tc>
                <a:tc hMerge="1">
                  <a:txBody>
                    <a:bodyPr/>
                    <a:lstStyle/>
                    <a:p>
                      <a:endParaRPr lang="en-US"/>
                    </a:p>
                  </a:txBody>
                  <a:tcPr/>
                </a:tc>
                <a:extLst>
                  <a:ext uri="{0D108BD9-81ED-4DB2-BD59-A6C34878D82A}">
                    <a16:rowId xmlns:a16="http://schemas.microsoft.com/office/drawing/2014/main" xmlns="" val="1573342372"/>
                  </a:ext>
                </a:extLst>
              </a:tr>
              <a:tr h="360984">
                <a:tc>
                  <a:txBody>
                    <a:bodyPr/>
                    <a:lstStyle/>
                    <a:p>
                      <a:pPr marL="0" marR="0" algn="l" fontAlgn="t">
                        <a:spcBef>
                          <a:spcPts val="0"/>
                        </a:spcBef>
                        <a:spcAft>
                          <a:spcPts val="0"/>
                        </a:spcAft>
                      </a:pPr>
                      <a:r>
                        <a:rPr lang="en-US" sz="1300" b="1" i="0" u="none" strike="noStrike">
                          <a:effectLst/>
                          <a:latin typeface="+mn-lt"/>
                          <a:ea typeface="Times New Roman" panose="02020603050405020304" pitchFamily="18" charset="0"/>
                          <a:cs typeface="Times New Roman" panose="02020603050405020304" pitchFamily="18" charset="0"/>
                        </a:rPr>
                        <a:t>S#</a:t>
                      </a:r>
                      <a:endParaRPr lang="en-US" sz="1300" b="0" i="0" u="none" strike="noStrike">
                        <a:effectLst/>
                        <a:latin typeface="+mn-lt"/>
                        <a:cs typeface="Times New Roman" panose="02020603050405020304" pitchFamily="18" charset="0"/>
                      </a:endParaRPr>
                    </a:p>
                  </a:txBody>
                  <a:tcPr marL="7761" marR="7761" marT="7761" marB="776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fontAlgn="t">
                        <a:spcBef>
                          <a:spcPts val="0"/>
                        </a:spcBef>
                        <a:spcAft>
                          <a:spcPts val="0"/>
                        </a:spcAft>
                      </a:pPr>
                      <a:r>
                        <a:rPr lang="en-US" sz="1300" b="1" i="0" u="none" strike="noStrike">
                          <a:effectLst/>
                          <a:latin typeface="+mn-lt"/>
                          <a:ea typeface="Times New Roman" panose="02020603050405020304" pitchFamily="18" charset="0"/>
                          <a:cs typeface="Times New Roman" panose="02020603050405020304" pitchFamily="18" charset="0"/>
                        </a:rPr>
                        <a:t>Actor Action</a:t>
                      </a:r>
                      <a:endParaRPr lang="en-US" sz="1300" b="0" i="0" u="none" strike="noStrike">
                        <a:effectLst/>
                        <a:latin typeface="+mn-lt"/>
                        <a:cs typeface="Times New Roman" panose="02020603050405020304" pitchFamily="18" charset="0"/>
                      </a:endParaRPr>
                    </a:p>
                  </a:txBody>
                  <a:tcPr marL="79827" marR="79827" marT="39914" marB="3991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B w="12700" cap="flat" cmpd="sng" algn="ctr">
                      <a:solidFill>
                        <a:srgbClr val="000000"/>
                      </a:solidFill>
                      <a:prstDash val="solid"/>
                      <a:round/>
                      <a:headEnd type="none" w="med" len="med"/>
                      <a:tailEnd type="none" w="med" len="med"/>
                    </a:lnB>
                  </a:tcPr>
                </a:tc>
                <a:tc>
                  <a:txBody>
                    <a:bodyPr/>
                    <a:lstStyle/>
                    <a:p>
                      <a:pPr marL="0" marR="0" algn="l" fontAlgn="t">
                        <a:spcBef>
                          <a:spcPts val="0"/>
                        </a:spcBef>
                        <a:spcAft>
                          <a:spcPts val="0"/>
                        </a:spcAft>
                      </a:pPr>
                      <a:r>
                        <a:rPr lang="en-US" sz="1300" b="0" i="0" u="none" strike="noStrike" dirty="0">
                          <a:effectLst/>
                          <a:latin typeface="+mn-lt"/>
                          <a:cs typeface="Times New Roman" panose="02020603050405020304" pitchFamily="18" charset="0"/>
                        </a:rPr>
                        <a:t>S#</a:t>
                      </a:r>
                    </a:p>
                  </a:txBody>
                  <a:tcPr marL="79827" marR="79827" marT="39914" marB="3991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B w="12700" cap="flat" cmpd="sng" algn="ctr">
                      <a:solidFill>
                        <a:srgbClr val="000000"/>
                      </a:solidFill>
                      <a:prstDash val="solid"/>
                      <a:round/>
                      <a:headEnd type="none" w="med" len="med"/>
                      <a:tailEnd type="none" w="med" len="med"/>
                    </a:lnB>
                  </a:tcPr>
                </a:tc>
                <a:tc>
                  <a:txBody>
                    <a:bodyPr/>
                    <a:lstStyle/>
                    <a:p>
                      <a:pPr marL="0" marR="0" algn="l" fontAlgn="t">
                        <a:spcBef>
                          <a:spcPts val="0"/>
                        </a:spcBef>
                        <a:spcAft>
                          <a:spcPts val="0"/>
                        </a:spcAft>
                      </a:pPr>
                      <a:r>
                        <a:rPr lang="en-US" sz="1300" b="1" i="0" u="none" strike="noStrike" dirty="0">
                          <a:effectLst/>
                          <a:latin typeface="+mn-lt"/>
                          <a:ea typeface="Times New Roman" panose="02020603050405020304" pitchFamily="18" charset="0"/>
                          <a:cs typeface="Times New Roman" panose="02020603050405020304" pitchFamily="18" charset="0"/>
                        </a:rPr>
                        <a:t>System Response</a:t>
                      </a:r>
                      <a:endParaRPr lang="en-US" sz="1300" b="0" i="0" u="none" strike="noStrike" dirty="0">
                        <a:effectLst/>
                        <a:latin typeface="+mn-lt"/>
                        <a:cs typeface="Times New Roman" panose="02020603050405020304" pitchFamily="18" charset="0"/>
                      </a:endParaRPr>
                    </a:p>
                  </a:txBody>
                  <a:tcPr marL="7761" marR="7761" marT="7761" marB="776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477387366"/>
                  </a:ext>
                </a:extLst>
              </a:tr>
              <a:tr h="476265">
                <a:tc>
                  <a:txBody>
                    <a:bodyPr/>
                    <a:lstStyle/>
                    <a:p>
                      <a:pPr marL="0" marR="0" algn="l" fontAlgn="t">
                        <a:spcBef>
                          <a:spcPts val="0"/>
                        </a:spcBef>
                        <a:spcAft>
                          <a:spcPts val="0"/>
                        </a:spcAft>
                      </a:pPr>
                      <a:r>
                        <a:rPr lang="en-US" sz="1300" b="0" i="0" u="none" strike="noStrike" dirty="0">
                          <a:effectLst/>
                          <a:latin typeface="+mn-lt"/>
                          <a:cs typeface="Times New Roman" panose="02020603050405020304" pitchFamily="18" charset="0"/>
                        </a:rPr>
                        <a:t>1</a:t>
                      </a:r>
                    </a:p>
                  </a:txBody>
                  <a:tcPr marL="7761" marR="7761" marT="7761" marB="776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fontAlgn="t">
                        <a:spcBef>
                          <a:spcPts val="0"/>
                        </a:spcBef>
                        <a:spcAft>
                          <a:spcPts val="0"/>
                        </a:spcAft>
                      </a:pPr>
                      <a:r>
                        <a:rPr lang="en-US" sz="1300" dirty="0">
                          <a:latin typeface="+mn-lt"/>
                        </a:rPr>
                        <a:t>Select items to purchase but decides to edit the cart.</a:t>
                      </a:r>
                      <a:endParaRPr lang="en-US" sz="1300" b="0" i="0" u="none" strike="noStrike" dirty="0">
                        <a:effectLst/>
                        <a:latin typeface="+mn-lt"/>
                        <a:cs typeface="Times New Roman" panose="02020603050405020304" pitchFamily="18" charset="0"/>
                      </a:endParaRPr>
                    </a:p>
                  </a:txBody>
                  <a:tcPr marL="79827" marR="79827" marT="39914" marB="3991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fontAlgn="t">
                        <a:spcBef>
                          <a:spcPts val="0"/>
                        </a:spcBef>
                        <a:spcAft>
                          <a:spcPts val="0"/>
                        </a:spcAft>
                      </a:pPr>
                      <a:r>
                        <a:rPr lang="en-US" sz="1300" b="0" i="0" u="none" strike="noStrike" dirty="0">
                          <a:effectLst/>
                          <a:latin typeface="+mn-lt"/>
                          <a:cs typeface="Times New Roman" panose="02020603050405020304" pitchFamily="18" charset="0"/>
                        </a:rPr>
                        <a:t>1.1</a:t>
                      </a:r>
                    </a:p>
                  </a:txBody>
                  <a:tcPr marL="79827" marR="79827" marT="39914" marB="3991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300" dirty="0">
                          <a:latin typeface="+mn-lt"/>
                        </a:rPr>
                        <a:t>Allow the Customer to modify the cart and update the order summary.</a:t>
                      </a:r>
                      <a:endParaRPr lang="en-US" sz="1300" dirty="0">
                        <a:effectLst/>
                        <a:latin typeface="+mn-lt"/>
                        <a:ea typeface="Times" panose="02020603050405020304" pitchFamily="18" charset="0"/>
                        <a:cs typeface="Times New Roman" panose="02020603050405020304" pitchFamily="18" charset="0"/>
                      </a:endParaRPr>
                    </a:p>
                  </a:txBody>
                  <a:tcPr marL="8890" marR="8890" marT="8890" marB="889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211826274"/>
                  </a:ext>
                </a:extLst>
              </a:tr>
              <a:tr h="393808">
                <a:tc>
                  <a:txBody>
                    <a:bodyPr/>
                    <a:lstStyle/>
                    <a:p>
                      <a:pPr marL="0" marR="0" algn="l" fontAlgn="t">
                        <a:spcBef>
                          <a:spcPts val="0"/>
                        </a:spcBef>
                        <a:spcAft>
                          <a:spcPts val="0"/>
                        </a:spcAft>
                      </a:pPr>
                      <a:r>
                        <a:rPr lang="en-US" sz="1300" b="0" i="0" u="none" strike="noStrike" dirty="0">
                          <a:effectLst/>
                          <a:latin typeface="+mn-lt"/>
                          <a:cs typeface="Times New Roman" panose="02020603050405020304" pitchFamily="18" charset="0"/>
                        </a:rPr>
                        <a:t>2</a:t>
                      </a:r>
                    </a:p>
                  </a:txBody>
                  <a:tcPr marL="7761" marR="7761" marT="7761" marB="776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fontAlgn="t">
                        <a:spcBef>
                          <a:spcPts val="0"/>
                        </a:spcBef>
                        <a:spcAft>
                          <a:spcPts val="0"/>
                        </a:spcAft>
                      </a:pPr>
                      <a:r>
                        <a:rPr lang="en-US" sz="1300" dirty="0">
                          <a:latin typeface="+mn-lt"/>
                        </a:rPr>
                        <a:t>Proceed to checkout after editing.</a:t>
                      </a:r>
                      <a:endParaRPr lang="en-US" sz="1300" b="0" i="0" u="none" strike="noStrike" dirty="0">
                        <a:effectLst/>
                        <a:latin typeface="+mn-lt"/>
                        <a:cs typeface="Times New Roman" panose="02020603050405020304" pitchFamily="18" charset="0"/>
                      </a:endParaRPr>
                    </a:p>
                  </a:txBody>
                  <a:tcPr marL="79827" marR="79827" marT="39914" marB="3991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fontAlgn="t">
                        <a:spcBef>
                          <a:spcPts val="0"/>
                        </a:spcBef>
                        <a:spcAft>
                          <a:spcPts val="0"/>
                        </a:spcAft>
                      </a:pPr>
                      <a:r>
                        <a:rPr lang="en-US" sz="1300" b="0" i="0" u="none" strike="noStrike" dirty="0">
                          <a:effectLst/>
                          <a:latin typeface="+mn-lt"/>
                          <a:cs typeface="Times New Roman" panose="02020603050405020304" pitchFamily="18" charset="0"/>
                        </a:rPr>
                        <a:t>2.1</a:t>
                      </a:r>
                    </a:p>
                  </a:txBody>
                  <a:tcPr marL="79827" marR="79827" marT="39914" marB="3991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300" dirty="0">
                          <a:latin typeface="+mn-lt"/>
                        </a:rPr>
                        <a:t>Display the updated order summary page and continue with the normal flow.</a:t>
                      </a:r>
                      <a:endParaRPr lang="en-US" sz="1300" dirty="0">
                        <a:effectLst/>
                        <a:latin typeface="+mn-lt"/>
                        <a:ea typeface="Times" panose="02020603050405020304" pitchFamily="18" charset="0"/>
                        <a:cs typeface="Times New Roman" panose="02020603050405020304" pitchFamily="18" charset="0"/>
                      </a:endParaRPr>
                    </a:p>
                  </a:txBody>
                  <a:tcPr marL="8890" marR="8890" marT="8890" marB="889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3973486810"/>
                  </a:ext>
                </a:extLst>
              </a:tr>
              <a:tr h="1330371">
                <a:tc gridSpan="4">
                  <a:txBody>
                    <a:bodyPr/>
                    <a:lstStyle/>
                    <a:p>
                      <a:pPr marL="0" marR="0" algn="l" fontAlgn="t">
                        <a:spcBef>
                          <a:spcPts val="0"/>
                        </a:spcBef>
                        <a:spcAft>
                          <a:spcPts val="0"/>
                        </a:spcAft>
                      </a:pPr>
                      <a:r>
                        <a:rPr lang="en-US" sz="1300" b="1" i="0" u="none" strike="noStrike" dirty="0">
                          <a:effectLst/>
                          <a:latin typeface="+mn-lt"/>
                          <a:cs typeface="Times New Roman" panose="02020603050405020304" pitchFamily="18" charset="0"/>
                        </a:rPr>
                        <a:t>Exceptions</a:t>
                      </a:r>
                    </a:p>
                    <a:p>
                      <a:pPr marL="0" marR="0" algn="l" fontAlgn="t">
                        <a:spcBef>
                          <a:spcPts val="0"/>
                        </a:spcBef>
                        <a:spcAft>
                          <a:spcPts val="0"/>
                        </a:spcAft>
                      </a:pPr>
                      <a:r>
                        <a:rPr lang="en-US" sz="1300" b="1" dirty="0">
                          <a:latin typeface="+mn-lt"/>
                        </a:rPr>
                        <a:t>Payment Failure:</a:t>
                      </a:r>
                      <a:r>
                        <a:rPr lang="en-US" sz="1300" dirty="0">
                          <a:latin typeface="+mn-lt"/>
                        </a:rPr>
                        <a:t> If the payment fails, display an error message and prompt the Customer to retry the payment or choose a different payment method. The order is not saved until the payment is successful.</a:t>
                      </a:r>
                    </a:p>
                    <a:p>
                      <a:pPr marL="0" marR="0" algn="l" fontAlgn="t">
                        <a:spcBef>
                          <a:spcPts val="0"/>
                        </a:spcBef>
                        <a:spcAft>
                          <a:spcPts val="0"/>
                        </a:spcAft>
                      </a:pPr>
                      <a:r>
                        <a:rPr lang="en-US" sz="1300" b="1" dirty="0">
                          <a:latin typeface="+mn-lt"/>
                        </a:rPr>
                        <a:t>Out of Stock:</a:t>
                      </a:r>
                      <a:r>
                        <a:rPr lang="en-US" sz="1300" dirty="0">
                          <a:latin typeface="+mn-lt"/>
                        </a:rPr>
                        <a:t> If an item goes out of stock during checkout, notify the Customer and allow them to either remove the item from the cart or choose a different item before proceeding.</a:t>
                      </a:r>
                    </a:p>
                    <a:p>
                      <a:pPr marL="0" marR="0" algn="l" fontAlgn="t">
                        <a:spcBef>
                          <a:spcPts val="0"/>
                        </a:spcBef>
                        <a:spcAft>
                          <a:spcPts val="0"/>
                        </a:spcAft>
                      </a:pPr>
                      <a:r>
                        <a:rPr lang="en-US" sz="1300" b="1" dirty="0">
                          <a:latin typeface="+mn-lt"/>
                        </a:rPr>
                        <a:t>System Error:</a:t>
                      </a:r>
                      <a:r>
                        <a:rPr lang="en-US" sz="1300" dirty="0">
                          <a:latin typeface="+mn-lt"/>
                        </a:rPr>
                        <a:t> If there is a system error during order processing, an error message is displayed, and the order is not placed. The Customer is prompted to retry later.</a:t>
                      </a:r>
                      <a:endParaRPr lang="en-US" sz="1300" b="0" i="0" u="none" strike="noStrike" dirty="0">
                        <a:effectLst/>
                        <a:latin typeface="+mn-lt"/>
                        <a:cs typeface="Times New Roman" panose="02020603050405020304" pitchFamily="18" charset="0"/>
                      </a:endParaRPr>
                    </a:p>
                  </a:txBody>
                  <a:tcPr marL="7761" marR="7761" marT="7761" marB="776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marL="0" marR="0" lvl="0" indent="0" algn="l" defTabSz="914400" rtl="0" eaLnBrk="1" fontAlgn="t" latinLnBrk="0" hangingPunct="1">
                        <a:lnSpc>
                          <a:spcPct val="100000"/>
                        </a:lnSpc>
                        <a:spcBef>
                          <a:spcPts val="0"/>
                        </a:spcBef>
                        <a:spcAft>
                          <a:spcPts val="0"/>
                        </a:spcAft>
                        <a:buClrTx/>
                        <a:buSzTx/>
                        <a:buFontTx/>
                        <a:buNone/>
                        <a:tabLst/>
                        <a:defRPr/>
                      </a:pPr>
                      <a:endParaRPr lang="en-US" sz="1000" b="0" i="0" u="none" strike="noStrike" dirty="0">
                        <a:effectLst/>
                        <a:latin typeface="Arial" panose="020B0604020202020204" pitchFamily="34" charset="0"/>
                      </a:endParaRPr>
                    </a:p>
                  </a:txBody>
                  <a:tcPr marL="79827" marR="79827" marT="39914" marB="3991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marL="0" marR="0" algn="l" fontAlgn="t">
                        <a:spcBef>
                          <a:spcPts val="0"/>
                        </a:spcBef>
                        <a:spcAft>
                          <a:spcPts val="0"/>
                        </a:spcAft>
                      </a:pPr>
                      <a:endParaRPr lang="en-US" sz="1600" b="0" i="0" u="none" strike="noStrike" dirty="0">
                        <a:effectLst/>
                        <a:latin typeface="Arial" panose="020B0604020202020204" pitchFamily="34" charset="0"/>
                      </a:endParaRPr>
                    </a:p>
                  </a:txBody>
                  <a:tcPr marL="79827" marR="79827" marT="39914" marB="3991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marL="0" marR="0" algn="l" fontAlgn="t">
                        <a:spcBef>
                          <a:spcPts val="0"/>
                        </a:spcBef>
                        <a:spcAft>
                          <a:spcPts val="0"/>
                        </a:spcAft>
                      </a:pPr>
                      <a:endParaRPr lang="en-US" sz="1600" b="0" i="0" u="none" strike="noStrike" dirty="0">
                        <a:effectLst/>
                        <a:latin typeface="Arial" panose="020B0604020202020204" pitchFamily="34" charset="0"/>
                      </a:endParaRPr>
                    </a:p>
                  </a:txBody>
                  <a:tcPr marL="7761" marR="7761" marT="7761" marB="776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154610929"/>
                  </a:ext>
                </a:extLst>
              </a:tr>
            </a:tbl>
          </a:graphicData>
        </a:graphic>
      </p:graphicFrame>
    </p:spTree>
    <p:extLst>
      <p:ext uri="{BB962C8B-B14F-4D97-AF65-F5344CB8AC3E}">
        <p14:creationId xmlns:p14="http://schemas.microsoft.com/office/powerpoint/2010/main" val="141094265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C30B54A-B2BA-7AE9-FA51-3743C2EB6854}"/>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xmlns="" id="{7BE3C7B6-B9B8-00E9-B362-BB65A6506822}"/>
              </a:ext>
            </a:extLst>
          </p:cNvPr>
          <p:cNvSpPr>
            <a:spLocks noGrp="1"/>
          </p:cNvSpPr>
          <p:nvPr>
            <p:ph idx="1"/>
          </p:nvPr>
        </p:nvSpPr>
        <p:spPr/>
        <p:txBody>
          <a:bodyPr/>
          <a:lstStyle/>
          <a:p>
            <a:r>
              <a:rPr lang="en-US" sz="2000" dirty="0">
                <a:ea typeface="Cambria" panose="02040503050406030204" pitchFamily="18" charset="0"/>
                <a:cs typeface="Times New Roman" panose="02020603050405020304" pitchFamily="18" charset="0"/>
              </a:rPr>
              <a:t>Object-Oriented Analysis and Design with Applications, Grady </a:t>
            </a:r>
            <a:r>
              <a:rPr lang="en-US" sz="2000" dirty="0" err="1">
                <a:ea typeface="Cambria" panose="02040503050406030204" pitchFamily="18" charset="0"/>
                <a:cs typeface="Times New Roman" panose="02020603050405020304" pitchFamily="18" charset="0"/>
              </a:rPr>
              <a:t>Booch</a:t>
            </a:r>
            <a:r>
              <a:rPr lang="en-US" sz="2000" dirty="0">
                <a:ea typeface="Cambria" panose="02040503050406030204" pitchFamily="18" charset="0"/>
                <a:cs typeface="Times New Roman" panose="02020603050405020304" pitchFamily="18" charset="0"/>
              </a:rPr>
              <a:t> et al., 3</a:t>
            </a:r>
            <a:r>
              <a:rPr lang="en-US" sz="2000" baseline="30000" dirty="0">
                <a:ea typeface="Cambria" panose="02040503050406030204" pitchFamily="18" charset="0"/>
                <a:cs typeface="Times New Roman" panose="02020603050405020304" pitchFamily="18" charset="0"/>
              </a:rPr>
              <a:t>rd</a:t>
            </a:r>
            <a:r>
              <a:rPr lang="en-US" sz="2000" dirty="0">
                <a:ea typeface="Cambria" panose="02040503050406030204" pitchFamily="18" charset="0"/>
                <a:cs typeface="Times New Roman" panose="02020603050405020304" pitchFamily="18" charset="0"/>
              </a:rPr>
              <a:t> Edition, Pearson, 2007.</a:t>
            </a:r>
          </a:p>
          <a:p>
            <a:endParaRPr lang="en-US" sz="2000" dirty="0">
              <a:ea typeface="Calibri" panose="020F0502020204030204" pitchFamily="34" charset="0"/>
            </a:endParaRPr>
          </a:p>
          <a:p>
            <a:pPr algn="just">
              <a:lnSpc>
                <a:spcPct val="107000"/>
              </a:lnSpc>
              <a:spcBef>
                <a:spcPts val="0"/>
              </a:spcBef>
            </a:pPr>
            <a:r>
              <a:rPr lang="en-US" sz="2000" dirty="0">
                <a:ea typeface="Calibri" panose="020F0502020204030204" pitchFamily="34" charset="0"/>
                <a:cs typeface="Times New Roman" panose="02020603050405020304" pitchFamily="18" charset="0"/>
              </a:rPr>
              <a:t>Timothy C. Lethbridge, Robert </a:t>
            </a:r>
            <a:r>
              <a:rPr lang="en-US" sz="2000" dirty="0" err="1">
                <a:ea typeface="Calibri" panose="020F0502020204030204" pitchFamily="34" charset="0"/>
                <a:cs typeface="Times New Roman" panose="02020603050405020304" pitchFamily="18" charset="0"/>
              </a:rPr>
              <a:t>Laganaiere</a:t>
            </a:r>
            <a:r>
              <a:rPr lang="en-US" sz="2000" dirty="0">
                <a:ea typeface="Calibri" panose="020F0502020204030204" pitchFamily="34" charset="0"/>
                <a:cs typeface="Times New Roman" panose="02020603050405020304" pitchFamily="18" charset="0"/>
              </a:rPr>
              <a:t>, Object-Oriented Software Engineering (2nd Edition), McGraw Hill,  2005</a:t>
            </a:r>
          </a:p>
          <a:p>
            <a:pPr algn="just">
              <a:lnSpc>
                <a:spcPct val="107000"/>
              </a:lnSpc>
              <a:spcBef>
                <a:spcPts val="0"/>
              </a:spcBef>
            </a:pPr>
            <a:endParaRPr lang="en-US" sz="2000" dirty="0">
              <a:ea typeface="Calibri" panose="020F0502020204030204" pitchFamily="34" charset="0"/>
              <a:cs typeface="Times New Roman" panose="02020603050405020304" pitchFamily="18" charset="0"/>
            </a:endParaRPr>
          </a:p>
          <a:p>
            <a:pPr algn="just">
              <a:lnSpc>
                <a:spcPct val="107000"/>
              </a:lnSpc>
              <a:spcBef>
                <a:spcPts val="0"/>
              </a:spcBef>
            </a:pPr>
            <a:r>
              <a:rPr lang="en-US" sz="2000" dirty="0">
                <a:ea typeface="Calibri" panose="020F0502020204030204" pitchFamily="34" charset="0"/>
                <a:cs typeface="Times New Roman" panose="02020603050405020304" pitchFamily="18" charset="0"/>
              </a:rPr>
              <a:t>Object-Oriented Modeling and Design with UML, Michael R. Blaha and James R. Rumbaugh, 2nd Edition, Pearson, 2005.</a:t>
            </a:r>
          </a:p>
          <a:p>
            <a:pPr algn="just">
              <a:lnSpc>
                <a:spcPct val="107000"/>
              </a:lnSpc>
              <a:spcBef>
                <a:spcPts val="0"/>
              </a:spcBef>
            </a:pPr>
            <a:endParaRPr lang="en-US" sz="2000" dirty="0">
              <a:ea typeface="Calibri" panose="020F0502020204030204" pitchFamily="34" charset="0"/>
              <a:cs typeface="Times New Roman" panose="02020603050405020304" pitchFamily="18" charset="0"/>
            </a:endParaRPr>
          </a:p>
          <a:p>
            <a:pPr algn="just">
              <a:lnSpc>
                <a:spcPct val="107000"/>
              </a:lnSpc>
              <a:spcBef>
                <a:spcPts val="0"/>
              </a:spcBef>
            </a:pPr>
            <a:r>
              <a:rPr lang="en-US" sz="2000" dirty="0" err="1">
                <a:ea typeface="Calibri" panose="020F0502020204030204" pitchFamily="34" charset="0"/>
                <a:cs typeface="Times New Roman" panose="02020603050405020304" pitchFamily="18" charset="0"/>
              </a:rPr>
              <a:t>Larman</a:t>
            </a:r>
            <a:r>
              <a:rPr lang="en-US" sz="2000" dirty="0">
                <a:ea typeface="Calibri" panose="020F0502020204030204" pitchFamily="34" charset="0"/>
                <a:cs typeface="Times New Roman" panose="02020603050405020304" pitchFamily="18" charset="0"/>
              </a:rPr>
              <a:t>, Craig. Applying UML and patterns: an introduction to object oriented analysis and design and </a:t>
            </a:r>
            <a:r>
              <a:rPr lang="en-US" sz="2000" dirty="0" err="1">
                <a:ea typeface="Calibri" panose="020F0502020204030204" pitchFamily="34" charset="0"/>
                <a:cs typeface="Times New Roman" panose="02020603050405020304" pitchFamily="18" charset="0"/>
              </a:rPr>
              <a:t>interative</a:t>
            </a:r>
            <a:r>
              <a:rPr lang="en-US" sz="2000" dirty="0">
                <a:ea typeface="Calibri" panose="020F0502020204030204" pitchFamily="34" charset="0"/>
                <a:cs typeface="Times New Roman" panose="02020603050405020304" pitchFamily="18" charset="0"/>
              </a:rPr>
              <a:t> development. Pearson Education India, 2012.</a:t>
            </a:r>
          </a:p>
          <a:p>
            <a:pPr algn="just">
              <a:lnSpc>
                <a:spcPct val="107000"/>
              </a:lnSpc>
              <a:spcBef>
                <a:spcPts val="0"/>
              </a:spcBef>
            </a:pPr>
            <a:endParaRPr lang="en-US" sz="2000" dirty="0">
              <a:ea typeface="Calibri" panose="020F0502020204030204" pitchFamily="34" charset="0"/>
              <a:cs typeface="Times New Roman" panose="02020603050405020304" pitchFamily="18" charset="0"/>
            </a:endParaRPr>
          </a:p>
          <a:p>
            <a:pPr algn="just">
              <a:lnSpc>
                <a:spcPct val="107000"/>
              </a:lnSpc>
              <a:spcBef>
                <a:spcPts val="0"/>
              </a:spcBef>
            </a:pPr>
            <a:endParaRPr lang="en-US" sz="2000" dirty="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10097612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4109</TotalTime>
  <Words>3974</Words>
  <Application>Microsoft Office PowerPoint</Application>
  <PresentationFormat>On-screen Show (4:3)</PresentationFormat>
  <Paragraphs>445</Paragraphs>
  <Slides>52</Slides>
  <Notes>17</Notes>
  <HiddenSlides>0</HiddenSlides>
  <MMClips>0</MMClips>
  <ScaleCrop>false</ScaleCrop>
  <HeadingPairs>
    <vt:vector size="6" baseType="variant">
      <vt:variant>
        <vt:lpstr>Fonts Used</vt:lpstr>
      </vt:variant>
      <vt:variant>
        <vt:i4>14</vt:i4>
      </vt:variant>
      <vt:variant>
        <vt:lpstr>Theme</vt:lpstr>
      </vt:variant>
      <vt:variant>
        <vt:i4>1</vt:i4>
      </vt:variant>
      <vt:variant>
        <vt:lpstr>Slide Titles</vt:lpstr>
      </vt:variant>
      <vt:variant>
        <vt:i4>52</vt:i4>
      </vt:variant>
    </vt:vector>
  </HeadingPairs>
  <TitlesOfParts>
    <vt:vector size="67" baseType="lpstr">
      <vt:lpstr>ＭＳ Ｐゴシック</vt:lpstr>
      <vt:lpstr>ＭＳ Ｐゴシック</vt:lpstr>
      <vt:lpstr>Arial</vt:lpstr>
      <vt:lpstr>Book Antiqua</vt:lpstr>
      <vt:lpstr>Calibri</vt:lpstr>
      <vt:lpstr>Cambria</vt:lpstr>
      <vt:lpstr>Droid Serif</vt:lpstr>
      <vt:lpstr>Garamond</vt:lpstr>
      <vt:lpstr>IBM Plex Sans</vt:lpstr>
      <vt:lpstr>open sans</vt:lpstr>
      <vt:lpstr>Times</vt:lpstr>
      <vt:lpstr>Times New Roman</vt:lpstr>
      <vt:lpstr>Verdana</vt:lpstr>
      <vt:lpstr>Wingdings</vt:lpstr>
      <vt:lpstr>Office Theme</vt:lpstr>
      <vt:lpstr>UML Modeling</vt:lpstr>
      <vt:lpstr>PowerPoint Presentation</vt:lpstr>
      <vt:lpstr>What is UML ?</vt:lpstr>
      <vt:lpstr>Models and Multiple Views</vt:lpstr>
      <vt:lpstr>Diagram Taxonomy</vt:lpstr>
      <vt:lpstr>Structure Diagrams</vt:lpstr>
      <vt:lpstr>Behavior Diagrams</vt:lpstr>
      <vt:lpstr>UML Diagrams</vt:lpstr>
      <vt:lpstr>PowerPoint Presentation</vt:lpstr>
      <vt:lpstr>Use Cases in Iterative Development</vt:lpstr>
      <vt:lpstr>What ‘should’ and what ‘shouldn’t ‘ be included in use cases?</vt:lpstr>
      <vt:lpstr>How to Find Use Cases?</vt:lpstr>
      <vt:lpstr>What Tests Can Help Find Useful Use Cases?</vt:lpstr>
      <vt:lpstr>What Tests Can Help Find Useful Use  Cases?</vt:lpstr>
      <vt:lpstr>What Tests Can Help Find Useful Use  Cases?</vt:lpstr>
      <vt:lpstr>Applying Tests</vt:lpstr>
      <vt:lpstr>Use Case Diagram Concepts</vt:lpstr>
      <vt:lpstr>Use Case (Context) Diagrams: Suggested Notation</vt:lpstr>
      <vt:lpstr>Syntax for Use Case Diagram</vt:lpstr>
      <vt:lpstr>Use Case Diagram for Airline Booking System</vt:lpstr>
      <vt:lpstr>Example</vt:lpstr>
      <vt:lpstr>Example</vt:lpstr>
      <vt:lpstr>Example (Cont)</vt:lpstr>
      <vt:lpstr>Example of Stereotypes – Include and Extend </vt:lpstr>
      <vt:lpstr>Example – Include and Extend </vt:lpstr>
      <vt:lpstr>Example – Include and Extend </vt:lpstr>
      <vt:lpstr>Include and Extend Relationships</vt:lpstr>
      <vt:lpstr>Generalization</vt:lpstr>
      <vt:lpstr>Example</vt:lpstr>
      <vt:lpstr>Use Case Diagram– Guidelines &amp; Caution</vt:lpstr>
      <vt:lpstr>Granularity of Use Cases </vt:lpstr>
      <vt:lpstr>Granularity of Use Cases  </vt:lpstr>
      <vt:lpstr>Case </vt:lpstr>
      <vt:lpstr>Case </vt:lpstr>
      <vt:lpstr>So far what we have done</vt:lpstr>
      <vt:lpstr>Case </vt:lpstr>
      <vt:lpstr>One Possible Solution for the Case</vt:lpstr>
      <vt:lpstr>Case Study: Point of Sale terminal</vt:lpstr>
      <vt:lpstr>Case Study: Point of Sale terminal</vt:lpstr>
      <vt:lpstr>Recall: Procedure to Find Use Cases</vt:lpstr>
      <vt:lpstr>Step 1: Choosing the System Boundary</vt:lpstr>
      <vt:lpstr>Step 2: Identify Actors</vt:lpstr>
      <vt:lpstr>Actors in POS</vt:lpstr>
      <vt:lpstr>Step 3: Actors and User Goals List</vt:lpstr>
      <vt:lpstr>Step 4: Define Use Cases</vt:lpstr>
      <vt:lpstr>Write Black-Box Use Cases</vt:lpstr>
      <vt:lpstr>Use Case Diagram of POS System</vt:lpstr>
      <vt:lpstr>Use Case Diagram</vt:lpstr>
      <vt:lpstr>Use Case Description Template</vt:lpstr>
      <vt:lpstr>PowerPoint Presentation</vt:lpstr>
      <vt:lpstr>PowerPoint Presentation</vt:lpstr>
      <vt:lpstr>References</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Object Oriented Analysis &amp; Design</dc:title>
  <dc:creator>Syed Muhammad Fawad Ali</dc:creator>
  <cp:lastModifiedBy>Muhammad Zeeshan Nazar</cp:lastModifiedBy>
  <cp:revision>481</cp:revision>
  <dcterms:created xsi:type="dcterms:W3CDTF">2006-08-16T00:00:00Z</dcterms:created>
  <dcterms:modified xsi:type="dcterms:W3CDTF">2025-09-01T13:23:52Z</dcterms:modified>
</cp:coreProperties>
</file>